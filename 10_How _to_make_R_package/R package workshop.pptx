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71" r:id="rId4"/>
    <p:sldId id="266" r:id="rId5"/>
    <p:sldId id="267" r:id="rId6"/>
    <p:sldId id="268" r:id="rId7"/>
    <p:sldId id="272" r:id="rId8"/>
    <p:sldId id="269" r:id="rId9"/>
    <p:sldId id="274" r:id="rId10"/>
    <p:sldId id="276" r:id="rId11"/>
    <p:sldId id="270" r:id="rId12"/>
    <p:sldId id="273" r:id="rId13"/>
    <p:sldId id="275" r:id="rId14"/>
    <p:sldId id="277" r:id="rId15"/>
    <p:sldId id="278" r:id="rId16"/>
    <p:sldId id="279" r:id="rId17"/>
    <p:sldId id="280" r:id="rId18"/>
    <p:sldId id="281" r:id="rId19"/>
    <p:sldId id="286" r:id="rId20"/>
    <p:sldId id="282" r:id="rId21"/>
    <p:sldId id="283" r:id="rId22"/>
    <p:sldId id="290" r:id="rId23"/>
    <p:sldId id="285" r:id="rId24"/>
    <p:sldId id="291" r:id="rId25"/>
    <p:sldId id="287" r:id="rId26"/>
    <p:sldId id="288" r:id="rId27"/>
    <p:sldId id="292" r:id="rId28"/>
    <p:sldId id="293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40"/>
    <p:restoredTop sz="94696"/>
  </p:normalViewPr>
  <p:slideViewPr>
    <p:cSldViewPr snapToGrid="0" showGuides="1">
      <p:cViewPr varScale="1">
        <p:scale>
          <a:sx n="91" d="100"/>
          <a:sy n="91" d="100"/>
        </p:scale>
        <p:origin x="216" y="23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972452-5802-4C42-8877-5B75ABF8B356}" type="doc">
      <dgm:prSet loTypeId="urn:microsoft.com/office/officeart/2005/8/layout/chevro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68C3150-1204-3441-8547-131FEE2774EA}">
      <dgm:prSet phldrT="[文本]" custT="1"/>
      <dgm:spPr/>
      <dgm:t>
        <a:bodyPr/>
        <a:lstStyle/>
        <a:p>
          <a:r>
            <a:rPr lang="en-US" altLang="zh-CN" sz="1200" dirty="0"/>
            <a:t>Idea</a:t>
          </a:r>
          <a:endParaRPr lang="zh-CN" altLang="en-US" sz="1200" dirty="0"/>
        </a:p>
      </dgm:t>
    </dgm:pt>
    <dgm:pt modelId="{96404FE1-CF7C-994D-96D2-24E1A99CD168}" type="parTrans" cxnId="{4828B92E-2CBB-874A-B578-DCCDF6F05F0C}">
      <dgm:prSet/>
      <dgm:spPr/>
      <dgm:t>
        <a:bodyPr/>
        <a:lstStyle/>
        <a:p>
          <a:endParaRPr lang="zh-CN" altLang="en-US"/>
        </a:p>
      </dgm:t>
    </dgm:pt>
    <dgm:pt modelId="{DDBE5A33-3E72-D54F-AB8D-9EFE51349B36}" type="sibTrans" cxnId="{4828B92E-2CBB-874A-B578-DCCDF6F05F0C}">
      <dgm:prSet/>
      <dgm:spPr/>
      <dgm:t>
        <a:bodyPr/>
        <a:lstStyle/>
        <a:p>
          <a:endParaRPr lang="zh-CN" altLang="en-US"/>
        </a:p>
      </dgm:t>
    </dgm:pt>
    <dgm:pt modelId="{7A141550-073D-0844-A90B-28080BF954BC}">
      <dgm:prSet phldrT="[文本]"/>
      <dgm:spPr/>
      <dgm:t>
        <a:bodyPr/>
        <a:lstStyle/>
        <a:p>
          <a:r>
            <a:rPr lang="en-US" altLang="zh-CN" dirty="0"/>
            <a:t>What</a:t>
          </a:r>
          <a:r>
            <a:rPr lang="zh-CN" altLang="en-US" dirty="0"/>
            <a:t> </a:t>
          </a:r>
          <a:r>
            <a:rPr lang="en-US" altLang="zh-CN" dirty="0"/>
            <a:t>question you would like to solve with this package?</a:t>
          </a:r>
          <a:endParaRPr lang="zh-CN" altLang="en-US" dirty="0"/>
        </a:p>
      </dgm:t>
    </dgm:pt>
    <dgm:pt modelId="{91F66A6A-B74F-EC49-9522-4A1AB893374D}" type="parTrans" cxnId="{A71983E8-6174-294D-8136-E89B2D055123}">
      <dgm:prSet/>
      <dgm:spPr/>
      <dgm:t>
        <a:bodyPr/>
        <a:lstStyle/>
        <a:p>
          <a:endParaRPr lang="zh-CN" altLang="en-US"/>
        </a:p>
      </dgm:t>
    </dgm:pt>
    <dgm:pt modelId="{5784A88F-1FD2-0E42-BD3C-CB902F2A6E30}" type="sibTrans" cxnId="{A71983E8-6174-294D-8136-E89B2D055123}">
      <dgm:prSet/>
      <dgm:spPr/>
      <dgm:t>
        <a:bodyPr/>
        <a:lstStyle/>
        <a:p>
          <a:endParaRPr lang="zh-CN" altLang="en-US"/>
        </a:p>
      </dgm:t>
    </dgm:pt>
    <dgm:pt modelId="{9AAFCCF0-25AE-8145-965B-6050926D56FB}">
      <dgm:prSet phldrT="[文本]" custT="1"/>
      <dgm:spPr/>
      <dgm:t>
        <a:bodyPr/>
        <a:lstStyle/>
        <a:p>
          <a:r>
            <a:rPr lang="en-US" altLang="zh-CN" sz="1200" dirty="0"/>
            <a:t>Name</a:t>
          </a:r>
          <a:endParaRPr lang="zh-CN" altLang="en-US" sz="1200" dirty="0"/>
        </a:p>
      </dgm:t>
    </dgm:pt>
    <dgm:pt modelId="{DB38C986-1EB3-D644-9D67-6861B7FAFD07}" type="parTrans" cxnId="{3D4FBCF1-089B-F94C-BE59-6DE3CD134D17}">
      <dgm:prSet/>
      <dgm:spPr/>
      <dgm:t>
        <a:bodyPr/>
        <a:lstStyle/>
        <a:p>
          <a:endParaRPr lang="zh-CN" altLang="en-US"/>
        </a:p>
      </dgm:t>
    </dgm:pt>
    <dgm:pt modelId="{A554C4F6-D084-5248-AB54-30E509391263}" type="sibTrans" cxnId="{3D4FBCF1-089B-F94C-BE59-6DE3CD134D17}">
      <dgm:prSet/>
      <dgm:spPr/>
      <dgm:t>
        <a:bodyPr/>
        <a:lstStyle/>
        <a:p>
          <a:endParaRPr lang="zh-CN" altLang="en-US"/>
        </a:p>
      </dgm:t>
    </dgm:pt>
    <dgm:pt modelId="{DDA3B561-EEA6-B540-9256-5E8EFEED3E7F}">
      <dgm:prSet phldrT="[文本]"/>
      <dgm:spPr/>
      <dgm:t>
        <a:bodyPr/>
        <a:lstStyle/>
        <a:p>
          <a:r>
            <a:rPr lang="en-US" altLang="zh-CN" dirty="0"/>
            <a:t>Checking</a:t>
          </a:r>
          <a:r>
            <a:rPr lang="zh-CN" altLang="en-US" dirty="0"/>
            <a:t> </a:t>
          </a:r>
          <a:r>
            <a:rPr lang="en-US" altLang="zh-CN" dirty="0"/>
            <a:t>whether</a:t>
          </a:r>
          <a:r>
            <a:rPr lang="zh-CN" altLang="en-US" dirty="0"/>
            <a:t> </a:t>
          </a:r>
          <a:r>
            <a:rPr lang="en-US" altLang="zh-CN" dirty="0"/>
            <a:t>the</a:t>
          </a:r>
          <a:r>
            <a:rPr lang="zh-CN" altLang="en-US" dirty="0"/>
            <a:t> </a:t>
          </a:r>
          <a:r>
            <a:rPr lang="en-US" altLang="zh-CN" dirty="0"/>
            <a:t>name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package</a:t>
          </a:r>
          <a:r>
            <a:rPr lang="zh-CN" altLang="en-US" dirty="0"/>
            <a:t> </a:t>
          </a:r>
          <a:r>
            <a:rPr lang="en-US" altLang="zh-CN" dirty="0"/>
            <a:t>is</a:t>
          </a:r>
          <a:r>
            <a:rPr lang="zh-CN" altLang="en-US" dirty="0"/>
            <a:t> </a:t>
          </a:r>
          <a:r>
            <a:rPr lang="en-US" altLang="zh-CN" dirty="0"/>
            <a:t>available</a:t>
          </a:r>
          <a:endParaRPr lang="zh-CN" altLang="en-US" dirty="0"/>
        </a:p>
      </dgm:t>
    </dgm:pt>
    <dgm:pt modelId="{1A192ADA-F866-E142-9611-EC0F0E44B368}" type="parTrans" cxnId="{538C09B8-92C2-A845-A386-B2247B4F71C8}">
      <dgm:prSet/>
      <dgm:spPr/>
      <dgm:t>
        <a:bodyPr/>
        <a:lstStyle/>
        <a:p>
          <a:endParaRPr lang="zh-CN" altLang="en-US"/>
        </a:p>
      </dgm:t>
    </dgm:pt>
    <dgm:pt modelId="{70EEE931-F010-E24C-BFCF-D4D56E598D25}" type="sibTrans" cxnId="{538C09B8-92C2-A845-A386-B2247B4F71C8}">
      <dgm:prSet/>
      <dgm:spPr/>
      <dgm:t>
        <a:bodyPr/>
        <a:lstStyle/>
        <a:p>
          <a:endParaRPr lang="zh-CN" altLang="en-US"/>
        </a:p>
      </dgm:t>
    </dgm:pt>
    <dgm:pt modelId="{0E1D5CAC-1372-5942-A54A-5061A97FAD89}">
      <dgm:prSet phldrT="[文本]" custT="1"/>
      <dgm:spPr/>
      <dgm:t>
        <a:bodyPr/>
        <a:lstStyle/>
        <a:p>
          <a:r>
            <a:rPr lang="en-US" altLang="zh-CN" sz="1200" dirty="0"/>
            <a:t>Set</a:t>
          </a:r>
          <a:r>
            <a:rPr lang="zh-CN" altLang="en-US" sz="1200" dirty="0"/>
            <a:t> </a:t>
          </a:r>
          <a:r>
            <a:rPr lang="en-US" altLang="zh-CN" sz="1200" dirty="0"/>
            <a:t>up</a:t>
          </a:r>
          <a:endParaRPr lang="zh-CN" altLang="en-US" sz="1200" dirty="0"/>
        </a:p>
      </dgm:t>
    </dgm:pt>
    <dgm:pt modelId="{67FE705B-9853-8F4E-B2F5-D0B79961F69F}" type="parTrans" cxnId="{EAC1C2EB-6883-1148-9897-3E3B5AA71A6F}">
      <dgm:prSet/>
      <dgm:spPr/>
      <dgm:t>
        <a:bodyPr/>
        <a:lstStyle/>
        <a:p>
          <a:endParaRPr lang="zh-CN" altLang="en-US"/>
        </a:p>
      </dgm:t>
    </dgm:pt>
    <dgm:pt modelId="{2B9A799A-DFA9-D444-B279-69AFA62DCCDF}" type="sibTrans" cxnId="{EAC1C2EB-6883-1148-9897-3E3B5AA71A6F}">
      <dgm:prSet/>
      <dgm:spPr/>
      <dgm:t>
        <a:bodyPr/>
        <a:lstStyle/>
        <a:p>
          <a:endParaRPr lang="zh-CN" altLang="en-US"/>
        </a:p>
      </dgm:t>
    </dgm:pt>
    <dgm:pt modelId="{4C445ADB-B455-524D-A956-D712725B0004}">
      <dgm:prSet phldrT="[文本]"/>
      <dgm:spPr/>
      <dgm:t>
        <a:bodyPr/>
        <a:lstStyle/>
        <a:p>
          <a:r>
            <a:rPr lang="en-US" altLang="zh-CN" dirty="0"/>
            <a:t>Set</a:t>
          </a:r>
          <a:r>
            <a:rPr lang="zh-CN" altLang="en-US" dirty="0"/>
            <a:t> </a:t>
          </a:r>
          <a:r>
            <a:rPr lang="en-US" altLang="zh-CN" dirty="0"/>
            <a:t>up</a:t>
          </a:r>
          <a:r>
            <a:rPr lang="zh-CN" altLang="en-US" dirty="0"/>
            <a:t> </a:t>
          </a:r>
          <a:r>
            <a:rPr lang="en-US" altLang="zh-CN" dirty="0"/>
            <a:t>your</a:t>
          </a:r>
          <a:r>
            <a:rPr lang="zh-CN" altLang="en-US" dirty="0"/>
            <a:t> </a:t>
          </a:r>
          <a:r>
            <a:rPr lang="en-US" altLang="zh-CN" dirty="0"/>
            <a:t>package</a:t>
          </a:r>
          <a:r>
            <a:rPr lang="zh-CN" altLang="en-US" dirty="0"/>
            <a:t> </a:t>
          </a:r>
          <a:r>
            <a:rPr lang="en-US" altLang="zh-CN" dirty="0"/>
            <a:t>with</a:t>
          </a:r>
          <a:r>
            <a:rPr lang="zh-CN" altLang="en-US" dirty="0"/>
            <a:t> </a:t>
          </a:r>
          <a:r>
            <a:rPr lang="en-US" altLang="zh-CN" dirty="0"/>
            <a:t>RStudio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GitHub</a:t>
          </a:r>
          <a:endParaRPr lang="zh-CN" altLang="en-US" dirty="0"/>
        </a:p>
      </dgm:t>
    </dgm:pt>
    <dgm:pt modelId="{1BA8642F-5A7C-6C42-8CAE-3C292FF1F975}" type="parTrans" cxnId="{981E315B-4511-9044-ABED-17033489CB9D}">
      <dgm:prSet/>
      <dgm:spPr/>
      <dgm:t>
        <a:bodyPr/>
        <a:lstStyle/>
        <a:p>
          <a:endParaRPr lang="zh-CN" altLang="en-US"/>
        </a:p>
      </dgm:t>
    </dgm:pt>
    <dgm:pt modelId="{A38BCC5B-7B78-B645-B57F-8CD03883655E}" type="sibTrans" cxnId="{981E315B-4511-9044-ABED-17033489CB9D}">
      <dgm:prSet/>
      <dgm:spPr/>
      <dgm:t>
        <a:bodyPr/>
        <a:lstStyle/>
        <a:p>
          <a:endParaRPr lang="zh-CN" altLang="en-US"/>
        </a:p>
      </dgm:t>
    </dgm:pt>
    <dgm:pt modelId="{C2A528FF-34B1-B34E-9F57-75FA64DDDED3}">
      <dgm:prSet phldrT="[文本]" custT="1"/>
      <dgm:spPr/>
      <dgm:t>
        <a:bodyPr/>
        <a:lstStyle/>
        <a:p>
          <a:r>
            <a:rPr lang="en-US" altLang="zh-CN" sz="1200" dirty="0"/>
            <a:t>Function</a:t>
          </a:r>
          <a:endParaRPr lang="zh-CN" altLang="en-US" sz="1200" dirty="0"/>
        </a:p>
      </dgm:t>
    </dgm:pt>
    <dgm:pt modelId="{0EAF0A12-A4AE-9145-ACFB-B2D4610554AD}" type="parTrans" cxnId="{5B0A4C0E-0911-5447-8665-2129877A44C3}">
      <dgm:prSet/>
      <dgm:spPr/>
      <dgm:t>
        <a:bodyPr/>
        <a:lstStyle/>
        <a:p>
          <a:endParaRPr lang="zh-CN" altLang="en-US"/>
        </a:p>
      </dgm:t>
    </dgm:pt>
    <dgm:pt modelId="{E9F26B73-6313-6343-A9EE-5B2C10E50418}" type="sibTrans" cxnId="{5B0A4C0E-0911-5447-8665-2129877A44C3}">
      <dgm:prSet/>
      <dgm:spPr/>
      <dgm:t>
        <a:bodyPr/>
        <a:lstStyle/>
        <a:p>
          <a:endParaRPr lang="zh-CN" altLang="en-US"/>
        </a:p>
      </dgm:t>
    </dgm:pt>
    <dgm:pt modelId="{90FED300-5091-AB42-85BF-01B30ED377ED}">
      <dgm:prSet phldrT="[文本]"/>
      <dgm:spPr/>
      <dgm:t>
        <a:bodyPr/>
        <a:lstStyle/>
        <a:p>
          <a:r>
            <a:rPr lang="en-US" altLang="zh-CN" dirty="0"/>
            <a:t>Write</a:t>
          </a:r>
          <a:r>
            <a:rPr lang="zh-CN" altLang="en-US" dirty="0"/>
            <a:t> </a:t>
          </a:r>
          <a:r>
            <a:rPr lang="en-US" altLang="zh-CN" dirty="0"/>
            <a:t>your</a:t>
          </a:r>
          <a:r>
            <a:rPr lang="zh-CN" altLang="en-US" dirty="0"/>
            <a:t> </a:t>
          </a:r>
          <a:r>
            <a:rPr lang="en-US" altLang="zh-CN" dirty="0"/>
            <a:t>functions</a:t>
          </a:r>
          <a:endParaRPr lang="zh-CN" altLang="en-US" dirty="0"/>
        </a:p>
      </dgm:t>
    </dgm:pt>
    <dgm:pt modelId="{07F1FCB0-AA79-FA41-8FBB-2A1828861E85}" type="parTrans" cxnId="{F56BFD6C-9B2D-B749-A233-EB5CA08109D3}">
      <dgm:prSet/>
      <dgm:spPr/>
      <dgm:t>
        <a:bodyPr/>
        <a:lstStyle/>
        <a:p>
          <a:endParaRPr lang="zh-CN" altLang="en-US"/>
        </a:p>
      </dgm:t>
    </dgm:pt>
    <dgm:pt modelId="{74693E63-3F4F-6A4C-88FF-6B2E249FE0EE}" type="sibTrans" cxnId="{F56BFD6C-9B2D-B749-A233-EB5CA08109D3}">
      <dgm:prSet/>
      <dgm:spPr/>
      <dgm:t>
        <a:bodyPr/>
        <a:lstStyle/>
        <a:p>
          <a:endParaRPr lang="zh-CN" altLang="en-US"/>
        </a:p>
      </dgm:t>
    </dgm:pt>
    <dgm:pt modelId="{30598C09-FD25-934D-9B3C-E330665BB690}">
      <dgm:prSet phldrT="[文本]" custT="1"/>
      <dgm:spPr/>
      <dgm:t>
        <a:bodyPr/>
        <a:lstStyle/>
        <a:p>
          <a:r>
            <a:rPr lang="en-US" altLang="zh-CN" sz="900" dirty="0"/>
            <a:t>Write</a:t>
          </a:r>
          <a:r>
            <a:rPr lang="zh-CN" altLang="en-US" sz="900" dirty="0"/>
            <a:t> </a:t>
          </a:r>
          <a:r>
            <a:rPr lang="en-US" altLang="zh-CN" sz="900" dirty="0"/>
            <a:t>the</a:t>
          </a:r>
          <a:r>
            <a:rPr lang="zh-CN" altLang="en-US" sz="900" dirty="0"/>
            <a:t> </a:t>
          </a:r>
          <a:r>
            <a:rPr lang="en-US" altLang="zh-CN" sz="900" dirty="0"/>
            <a:t>documents</a:t>
          </a:r>
          <a:endParaRPr lang="zh-CN" altLang="en-US" sz="900" dirty="0"/>
        </a:p>
      </dgm:t>
    </dgm:pt>
    <dgm:pt modelId="{B699FD47-605A-2F42-8439-FAF6249A9829}" type="parTrans" cxnId="{29E579BA-A04C-054C-A5E1-30A14B00C685}">
      <dgm:prSet/>
      <dgm:spPr/>
      <dgm:t>
        <a:bodyPr/>
        <a:lstStyle/>
        <a:p>
          <a:endParaRPr lang="zh-CN" altLang="en-US"/>
        </a:p>
      </dgm:t>
    </dgm:pt>
    <dgm:pt modelId="{C55F74E7-07B2-C246-8E50-8D20A7A3E7B3}" type="sibTrans" cxnId="{29E579BA-A04C-054C-A5E1-30A14B00C685}">
      <dgm:prSet/>
      <dgm:spPr/>
      <dgm:t>
        <a:bodyPr/>
        <a:lstStyle/>
        <a:p>
          <a:endParaRPr lang="zh-CN" altLang="en-US"/>
        </a:p>
      </dgm:t>
    </dgm:pt>
    <dgm:pt modelId="{96868564-EAED-7C42-B5A4-E58CF0DA7740}">
      <dgm:prSet phldrT="[文本]"/>
      <dgm:spPr/>
      <dgm:t>
        <a:bodyPr/>
        <a:lstStyle/>
        <a:p>
          <a:r>
            <a:rPr lang="en-US" altLang="zh-CN" dirty="0"/>
            <a:t>Write</a:t>
          </a:r>
          <a:r>
            <a:rPr lang="zh-CN" altLang="en-US" dirty="0"/>
            <a:t> </a:t>
          </a:r>
          <a:r>
            <a:rPr lang="en-US" altLang="zh-CN" dirty="0"/>
            <a:t>the</a:t>
          </a:r>
          <a:r>
            <a:rPr lang="zh-CN" altLang="en-US" dirty="0"/>
            <a:t> </a:t>
          </a:r>
          <a:r>
            <a:rPr lang="en-US" altLang="zh-CN" dirty="0"/>
            <a:t>DESCRIPTION,</a:t>
          </a:r>
          <a:r>
            <a:rPr lang="zh-CN" altLang="en-US" dirty="0"/>
            <a:t> </a:t>
          </a:r>
          <a:r>
            <a:rPr lang="en-US" altLang="zh-CN" dirty="0"/>
            <a:t>NAMESPACE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other</a:t>
          </a:r>
          <a:r>
            <a:rPr lang="zh-CN" altLang="en-US" dirty="0"/>
            <a:t> </a:t>
          </a:r>
          <a:r>
            <a:rPr lang="en-US" altLang="zh-CN" dirty="0"/>
            <a:t>documents</a:t>
          </a:r>
          <a:endParaRPr lang="zh-CN" altLang="en-US" dirty="0"/>
        </a:p>
      </dgm:t>
    </dgm:pt>
    <dgm:pt modelId="{F283BB48-851C-1142-A80A-CC1EC76C1180}" type="parTrans" cxnId="{D9C56A7D-B5DD-C140-8EC2-30A157C554D6}">
      <dgm:prSet/>
      <dgm:spPr/>
      <dgm:t>
        <a:bodyPr/>
        <a:lstStyle/>
        <a:p>
          <a:endParaRPr lang="zh-CN" altLang="en-US"/>
        </a:p>
      </dgm:t>
    </dgm:pt>
    <dgm:pt modelId="{14BBA92D-BB1A-A44D-8F0C-90FB328C378C}" type="sibTrans" cxnId="{D9C56A7D-B5DD-C140-8EC2-30A157C554D6}">
      <dgm:prSet/>
      <dgm:spPr/>
      <dgm:t>
        <a:bodyPr/>
        <a:lstStyle/>
        <a:p>
          <a:endParaRPr lang="zh-CN" altLang="en-US"/>
        </a:p>
      </dgm:t>
    </dgm:pt>
    <dgm:pt modelId="{928E059E-B28F-E142-8092-81A0365DF35E}">
      <dgm:prSet phldrT="[文本]" custT="1"/>
      <dgm:spPr/>
      <dgm:t>
        <a:bodyPr/>
        <a:lstStyle/>
        <a:p>
          <a:r>
            <a:rPr lang="en-US" altLang="zh-CN" sz="900" dirty="0"/>
            <a:t>Submission</a:t>
          </a:r>
          <a:endParaRPr lang="zh-CN" altLang="en-US" sz="900" dirty="0"/>
        </a:p>
      </dgm:t>
    </dgm:pt>
    <dgm:pt modelId="{511E3128-3062-3940-B02B-59174AA771A7}" type="parTrans" cxnId="{6D28E46B-3908-4745-BFB3-677E4550732C}">
      <dgm:prSet/>
      <dgm:spPr/>
      <dgm:t>
        <a:bodyPr/>
        <a:lstStyle/>
        <a:p>
          <a:endParaRPr lang="zh-CN" altLang="en-US"/>
        </a:p>
      </dgm:t>
    </dgm:pt>
    <dgm:pt modelId="{7E6E4AFA-D221-4F4F-BD33-3DE4D97AC697}" type="sibTrans" cxnId="{6D28E46B-3908-4745-BFB3-677E4550732C}">
      <dgm:prSet/>
      <dgm:spPr/>
      <dgm:t>
        <a:bodyPr/>
        <a:lstStyle/>
        <a:p>
          <a:endParaRPr lang="zh-CN" altLang="en-US"/>
        </a:p>
      </dgm:t>
    </dgm:pt>
    <dgm:pt modelId="{192B2E3A-FD59-B949-B9E4-48FBF388785E}">
      <dgm:prSet phldrT="[文本]"/>
      <dgm:spPr/>
      <dgm:t>
        <a:bodyPr/>
        <a:lstStyle/>
        <a:p>
          <a:r>
            <a:rPr lang="en-US" altLang="zh-CN" dirty="0"/>
            <a:t>Submission</a:t>
          </a:r>
          <a:endParaRPr lang="zh-CN" altLang="en-US" dirty="0"/>
        </a:p>
      </dgm:t>
    </dgm:pt>
    <dgm:pt modelId="{8526B87A-B28A-D34E-BBE2-512FF1948502}" type="parTrans" cxnId="{834D4DB1-FCC3-2140-A339-0F77CD13DD82}">
      <dgm:prSet/>
      <dgm:spPr/>
      <dgm:t>
        <a:bodyPr/>
        <a:lstStyle/>
        <a:p>
          <a:endParaRPr lang="zh-CN" altLang="en-US"/>
        </a:p>
      </dgm:t>
    </dgm:pt>
    <dgm:pt modelId="{EFA304B0-2072-0D4B-B4CA-8A33833C780A}" type="sibTrans" cxnId="{834D4DB1-FCC3-2140-A339-0F77CD13DD82}">
      <dgm:prSet/>
      <dgm:spPr/>
      <dgm:t>
        <a:bodyPr/>
        <a:lstStyle/>
        <a:p>
          <a:endParaRPr lang="zh-CN" altLang="en-US"/>
        </a:p>
      </dgm:t>
    </dgm:pt>
    <dgm:pt modelId="{629F6ED8-EFB1-A347-AB9F-715191BAEEDF}">
      <dgm:prSet/>
      <dgm:spPr/>
      <dgm:t>
        <a:bodyPr/>
        <a:lstStyle/>
        <a:p>
          <a:r>
            <a:rPr lang="en-US" altLang="zh-CN" dirty="0"/>
            <a:t>Checking</a:t>
          </a:r>
          <a:endParaRPr lang="zh-CN" altLang="en-US" dirty="0"/>
        </a:p>
      </dgm:t>
    </dgm:pt>
    <dgm:pt modelId="{E95160D9-7F9C-E24D-832C-0BC51437C086}" type="parTrans" cxnId="{D2390DFC-0120-C148-9D6D-EC97F5C0F561}">
      <dgm:prSet/>
      <dgm:spPr/>
      <dgm:t>
        <a:bodyPr/>
        <a:lstStyle/>
        <a:p>
          <a:endParaRPr lang="zh-CN" altLang="en-US"/>
        </a:p>
      </dgm:t>
    </dgm:pt>
    <dgm:pt modelId="{DCB40252-FD08-9940-8605-106978853B06}" type="sibTrans" cxnId="{D2390DFC-0120-C148-9D6D-EC97F5C0F561}">
      <dgm:prSet/>
      <dgm:spPr/>
      <dgm:t>
        <a:bodyPr/>
        <a:lstStyle/>
        <a:p>
          <a:endParaRPr lang="zh-CN" altLang="en-US"/>
        </a:p>
      </dgm:t>
    </dgm:pt>
    <dgm:pt modelId="{80A24812-B438-8544-8F9A-E1F04D7CDC22}">
      <dgm:prSet/>
      <dgm:spPr/>
      <dgm:t>
        <a:bodyPr/>
        <a:lstStyle/>
        <a:p>
          <a:r>
            <a:rPr lang="en-GB" b="0" i="0" dirty="0"/>
            <a:t>R CMD check</a:t>
          </a:r>
          <a:r>
            <a:rPr lang="zh-CN" altLang="en-US" b="0" i="0" dirty="0"/>
            <a:t> </a:t>
          </a:r>
          <a:r>
            <a:rPr lang="en-US" altLang="zh-CN" b="0" i="0" dirty="0"/>
            <a:t>and</a:t>
          </a:r>
          <a:r>
            <a:rPr lang="zh-CN" altLang="en-US" b="0" i="0" dirty="0"/>
            <a:t> </a:t>
          </a:r>
          <a:r>
            <a:rPr lang="en-GB" b="0" i="0" dirty="0" err="1"/>
            <a:t>BiocCheck</a:t>
          </a:r>
          <a:endParaRPr lang="zh-CN" altLang="en-US" dirty="0"/>
        </a:p>
      </dgm:t>
    </dgm:pt>
    <dgm:pt modelId="{E4FF95C4-0881-A442-8CD3-E229046E8254}" type="parTrans" cxnId="{70925AB9-048F-5C4E-A5F8-715524146EA5}">
      <dgm:prSet/>
      <dgm:spPr/>
      <dgm:t>
        <a:bodyPr/>
        <a:lstStyle/>
        <a:p>
          <a:endParaRPr lang="zh-CN" altLang="en-US"/>
        </a:p>
      </dgm:t>
    </dgm:pt>
    <dgm:pt modelId="{439AB108-52EB-8E45-ADF3-8A37997A83C1}" type="sibTrans" cxnId="{70925AB9-048F-5C4E-A5F8-715524146EA5}">
      <dgm:prSet/>
      <dgm:spPr/>
      <dgm:t>
        <a:bodyPr/>
        <a:lstStyle/>
        <a:p>
          <a:endParaRPr lang="zh-CN" altLang="en-US"/>
        </a:p>
      </dgm:t>
    </dgm:pt>
    <dgm:pt modelId="{0FEC278F-D86E-3746-9DDF-0656E26662DE}" type="pres">
      <dgm:prSet presAssocID="{18972452-5802-4C42-8877-5B75ABF8B356}" presName="linearFlow" presStyleCnt="0">
        <dgm:presLayoutVars>
          <dgm:dir/>
          <dgm:animLvl val="lvl"/>
          <dgm:resizeHandles val="exact"/>
        </dgm:presLayoutVars>
      </dgm:prSet>
      <dgm:spPr/>
    </dgm:pt>
    <dgm:pt modelId="{52AF06FB-CAE9-0F40-A1F8-34AEAA33D7FD}" type="pres">
      <dgm:prSet presAssocID="{A68C3150-1204-3441-8547-131FEE2774EA}" presName="composite" presStyleCnt="0"/>
      <dgm:spPr/>
    </dgm:pt>
    <dgm:pt modelId="{44ACE646-F919-CD40-B6B2-8D6E225A485D}" type="pres">
      <dgm:prSet presAssocID="{A68C3150-1204-3441-8547-131FEE2774EA}" presName="parentText" presStyleLbl="alignNode1" presStyleIdx="0" presStyleCnt="7">
        <dgm:presLayoutVars>
          <dgm:chMax val="1"/>
          <dgm:bulletEnabled val="1"/>
        </dgm:presLayoutVars>
      </dgm:prSet>
      <dgm:spPr/>
    </dgm:pt>
    <dgm:pt modelId="{0B3AFD3E-C79A-A642-89A3-4364CAB7523B}" type="pres">
      <dgm:prSet presAssocID="{A68C3150-1204-3441-8547-131FEE2774EA}" presName="descendantText" presStyleLbl="alignAcc1" presStyleIdx="0" presStyleCnt="7">
        <dgm:presLayoutVars>
          <dgm:bulletEnabled val="1"/>
        </dgm:presLayoutVars>
      </dgm:prSet>
      <dgm:spPr/>
    </dgm:pt>
    <dgm:pt modelId="{3041FAAD-82E2-5F48-B333-2034266C86CF}" type="pres">
      <dgm:prSet presAssocID="{DDBE5A33-3E72-D54F-AB8D-9EFE51349B36}" presName="sp" presStyleCnt="0"/>
      <dgm:spPr/>
    </dgm:pt>
    <dgm:pt modelId="{83417B18-4653-1749-AA7D-663AC31396F2}" type="pres">
      <dgm:prSet presAssocID="{9AAFCCF0-25AE-8145-965B-6050926D56FB}" presName="composite" presStyleCnt="0"/>
      <dgm:spPr/>
    </dgm:pt>
    <dgm:pt modelId="{2500CB67-67BA-C640-8635-44BE078DC559}" type="pres">
      <dgm:prSet presAssocID="{9AAFCCF0-25AE-8145-965B-6050926D56FB}" presName="parentText" presStyleLbl="alignNode1" presStyleIdx="1" presStyleCnt="7">
        <dgm:presLayoutVars>
          <dgm:chMax val="1"/>
          <dgm:bulletEnabled val="1"/>
        </dgm:presLayoutVars>
      </dgm:prSet>
      <dgm:spPr/>
    </dgm:pt>
    <dgm:pt modelId="{F3A91F6F-4089-2348-B5EE-2F352D94A4DF}" type="pres">
      <dgm:prSet presAssocID="{9AAFCCF0-25AE-8145-965B-6050926D56FB}" presName="descendantText" presStyleLbl="alignAcc1" presStyleIdx="1" presStyleCnt="7">
        <dgm:presLayoutVars>
          <dgm:bulletEnabled val="1"/>
        </dgm:presLayoutVars>
      </dgm:prSet>
      <dgm:spPr/>
    </dgm:pt>
    <dgm:pt modelId="{F537BAB3-C54A-EB4A-8772-CB5CBF0179D7}" type="pres">
      <dgm:prSet presAssocID="{A554C4F6-D084-5248-AB54-30E509391263}" presName="sp" presStyleCnt="0"/>
      <dgm:spPr/>
    </dgm:pt>
    <dgm:pt modelId="{B0D4AF98-DD07-5947-82FC-2B8830D884FC}" type="pres">
      <dgm:prSet presAssocID="{0E1D5CAC-1372-5942-A54A-5061A97FAD89}" presName="composite" presStyleCnt="0"/>
      <dgm:spPr/>
    </dgm:pt>
    <dgm:pt modelId="{CBD2E16F-B02D-1E41-AC39-8C739312E5E6}" type="pres">
      <dgm:prSet presAssocID="{0E1D5CAC-1372-5942-A54A-5061A97FAD89}" presName="parentText" presStyleLbl="alignNode1" presStyleIdx="2" presStyleCnt="7">
        <dgm:presLayoutVars>
          <dgm:chMax val="1"/>
          <dgm:bulletEnabled val="1"/>
        </dgm:presLayoutVars>
      </dgm:prSet>
      <dgm:spPr/>
    </dgm:pt>
    <dgm:pt modelId="{22BA94F1-F5DF-D042-9AB6-BB2CC707A8C5}" type="pres">
      <dgm:prSet presAssocID="{0E1D5CAC-1372-5942-A54A-5061A97FAD89}" presName="descendantText" presStyleLbl="alignAcc1" presStyleIdx="2" presStyleCnt="7">
        <dgm:presLayoutVars>
          <dgm:bulletEnabled val="1"/>
        </dgm:presLayoutVars>
      </dgm:prSet>
      <dgm:spPr/>
    </dgm:pt>
    <dgm:pt modelId="{F6540F5E-418F-E24E-A6F9-8C82077D1AD1}" type="pres">
      <dgm:prSet presAssocID="{2B9A799A-DFA9-D444-B279-69AFA62DCCDF}" presName="sp" presStyleCnt="0"/>
      <dgm:spPr/>
    </dgm:pt>
    <dgm:pt modelId="{B3D45412-1859-7946-A603-3FA303D03CA4}" type="pres">
      <dgm:prSet presAssocID="{C2A528FF-34B1-B34E-9F57-75FA64DDDED3}" presName="composite" presStyleCnt="0"/>
      <dgm:spPr/>
    </dgm:pt>
    <dgm:pt modelId="{A48932F1-C770-C14D-BF79-F89DA4560285}" type="pres">
      <dgm:prSet presAssocID="{C2A528FF-34B1-B34E-9F57-75FA64DDDED3}" presName="parentText" presStyleLbl="alignNode1" presStyleIdx="3" presStyleCnt="7">
        <dgm:presLayoutVars>
          <dgm:chMax val="1"/>
          <dgm:bulletEnabled val="1"/>
        </dgm:presLayoutVars>
      </dgm:prSet>
      <dgm:spPr/>
    </dgm:pt>
    <dgm:pt modelId="{57DE9849-9186-A54F-8778-E7B243FEDB35}" type="pres">
      <dgm:prSet presAssocID="{C2A528FF-34B1-B34E-9F57-75FA64DDDED3}" presName="descendantText" presStyleLbl="alignAcc1" presStyleIdx="3" presStyleCnt="7">
        <dgm:presLayoutVars>
          <dgm:bulletEnabled val="1"/>
        </dgm:presLayoutVars>
      </dgm:prSet>
      <dgm:spPr/>
    </dgm:pt>
    <dgm:pt modelId="{58734F61-D364-5847-A1CB-099C7744F7B1}" type="pres">
      <dgm:prSet presAssocID="{E9F26B73-6313-6343-A9EE-5B2C10E50418}" presName="sp" presStyleCnt="0"/>
      <dgm:spPr/>
    </dgm:pt>
    <dgm:pt modelId="{402BEA5F-21E0-7F44-95D5-CE4F790F25DD}" type="pres">
      <dgm:prSet presAssocID="{30598C09-FD25-934D-9B3C-E330665BB690}" presName="composite" presStyleCnt="0"/>
      <dgm:spPr/>
    </dgm:pt>
    <dgm:pt modelId="{B10191F8-67FF-5D4B-B7F8-8F517A09D44C}" type="pres">
      <dgm:prSet presAssocID="{30598C09-FD25-934D-9B3C-E330665BB690}" presName="parentText" presStyleLbl="alignNode1" presStyleIdx="4" presStyleCnt="7">
        <dgm:presLayoutVars>
          <dgm:chMax val="1"/>
          <dgm:bulletEnabled val="1"/>
        </dgm:presLayoutVars>
      </dgm:prSet>
      <dgm:spPr/>
    </dgm:pt>
    <dgm:pt modelId="{5AF30E3C-D0D0-3A4F-9302-694A6D2388BE}" type="pres">
      <dgm:prSet presAssocID="{30598C09-FD25-934D-9B3C-E330665BB690}" presName="descendantText" presStyleLbl="alignAcc1" presStyleIdx="4" presStyleCnt="7">
        <dgm:presLayoutVars>
          <dgm:bulletEnabled val="1"/>
        </dgm:presLayoutVars>
      </dgm:prSet>
      <dgm:spPr/>
    </dgm:pt>
    <dgm:pt modelId="{B2C7FF59-422A-9E47-B802-C304BFE1893D}" type="pres">
      <dgm:prSet presAssocID="{C55F74E7-07B2-C246-8E50-8D20A7A3E7B3}" presName="sp" presStyleCnt="0"/>
      <dgm:spPr/>
    </dgm:pt>
    <dgm:pt modelId="{3524A4EA-B6B7-2540-BAD3-12AF52DDA94E}" type="pres">
      <dgm:prSet presAssocID="{629F6ED8-EFB1-A347-AB9F-715191BAEEDF}" presName="composite" presStyleCnt="0"/>
      <dgm:spPr/>
    </dgm:pt>
    <dgm:pt modelId="{E48C59CE-9DD8-5E4F-9DDB-AA76A7713AFB}" type="pres">
      <dgm:prSet presAssocID="{629F6ED8-EFB1-A347-AB9F-715191BAEEDF}" presName="parentText" presStyleLbl="alignNode1" presStyleIdx="5" presStyleCnt="7">
        <dgm:presLayoutVars>
          <dgm:chMax val="1"/>
          <dgm:bulletEnabled val="1"/>
        </dgm:presLayoutVars>
      </dgm:prSet>
      <dgm:spPr/>
    </dgm:pt>
    <dgm:pt modelId="{8AC56F3D-F962-494D-B924-F6E86F34857D}" type="pres">
      <dgm:prSet presAssocID="{629F6ED8-EFB1-A347-AB9F-715191BAEEDF}" presName="descendantText" presStyleLbl="alignAcc1" presStyleIdx="5" presStyleCnt="7">
        <dgm:presLayoutVars>
          <dgm:bulletEnabled val="1"/>
        </dgm:presLayoutVars>
      </dgm:prSet>
      <dgm:spPr/>
    </dgm:pt>
    <dgm:pt modelId="{91CCB463-5D50-C846-9E3E-0AA5C006A60D}" type="pres">
      <dgm:prSet presAssocID="{DCB40252-FD08-9940-8605-106978853B06}" presName="sp" presStyleCnt="0"/>
      <dgm:spPr/>
    </dgm:pt>
    <dgm:pt modelId="{0C1521BF-D257-0E4B-9278-843FE708740C}" type="pres">
      <dgm:prSet presAssocID="{928E059E-B28F-E142-8092-81A0365DF35E}" presName="composite" presStyleCnt="0"/>
      <dgm:spPr/>
    </dgm:pt>
    <dgm:pt modelId="{5A3656FA-0D00-F34E-B9C5-C27620B71122}" type="pres">
      <dgm:prSet presAssocID="{928E059E-B28F-E142-8092-81A0365DF35E}" presName="parentText" presStyleLbl="alignNode1" presStyleIdx="6" presStyleCnt="7">
        <dgm:presLayoutVars>
          <dgm:chMax val="1"/>
          <dgm:bulletEnabled val="1"/>
        </dgm:presLayoutVars>
      </dgm:prSet>
      <dgm:spPr/>
    </dgm:pt>
    <dgm:pt modelId="{089C80B1-F7A5-7D41-ABB7-8B7EAD169FB8}" type="pres">
      <dgm:prSet presAssocID="{928E059E-B28F-E142-8092-81A0365DF35E}" presName="descendantText" presStyleLbl="alignAcc1" presStyleIdx="6" presStyleCnt="7">
        <dgm:presLayoutVars>
          <dgm:bulletEnabled val="1"/>
        </dgm:presLayoutVars>
      </dgm:prSet>
      <dgm:spPr/>
    </dgm:pt>
  </dgm:ptLst>
  <dgm:cxnLst>
    <dgm:cxn modelId="{4AF12606-A590-8149-9A73-453AD4574E5E}" type="presOf" srcId="{629F6ED8-EFB1-A347-AB9F-715191BAEEDF}" destId="{E48C59CE-9DD8-5E4F-9DDB-AA76A7713AFB}" srcOrd="0" destOrd="0" presId="urn:microsoft.com/office/officeart/2005/8/layout/chevron2"/>
    <dgm:cxn modelId="{5B0A4C0E-0911-5447-8665-2129877A44C3}" srcId="{18972452-5802-4C42-8877-5B75ABF8B356}" destId="{C2A528FF-34B1-B34E-9F57-75FA64DDDED3}" srcOrd="3" destOrd="0" parTransId="{0EAF0A12-A4AE-9145-ACFB-B2D4610554AD}" sibTransId="{E9F26B73-6313-6343-A9EE-5B2C10E50418}"/>
    <dgm:cxn modelId="{B99E1A22-7F00-9C4F-AB5A-664822709F9F}" type="presOf" srcId="{80A24812-B438-8544-8F9A-E1F04D7CDC22}" destId="{8AC56F3D-F962-494D-B924-F6E86F34857D}" srcOrd="0" destOrd="0" presId="urn:microsoft.com/office/officeart/2005/8/layout/chevron2"/>
    <dgm:cxn modelId="{58723C2C-499F-434B-AE8D-9CD735EBC912}" type="presOf" srcId="{9AAFCCF0-25AE-8145-965B-6050926D56FB}" destId="{2500CB67-67BA-C640-8635-44BE078DC559}" srcOrd="0" destOrd="0" presId="urn:microsoft.com/office/officeart/2005/8/layout/chevron2"/>
    <dgm:cxn modelId="{4828B92E-2CBB-874A-B578-DCCDF6F05F0C}" srcId="{18972452-5802-4C42-8877-5B75ABF8B356}" destId="{A68C3150-1204-3441-8547-131FEE2774EA}" srcOrd="0" destOrd="0" parTransId="{96404FE1-CF7C-994D-96D2-24E1A99CD168}" sibTransId="{DDBE5A33-3E72-D54F-AB8D-9EFE51349B36}"/>
    <dgm:cxn modelId="{0CB3C745-9ED9-A341-8963-C96F1334E1CE}" type="presOf" srcId="{96868564-EAED-7C42-B5A4-E58CF0DA7740}" destId="{5AF30E3C-D0D0-3A4F-9302-694A6D2388BE}" srcOrd="0" destOrd="0" presId="urn:microsoft.com/office/officeart/2005/8/layout/chevron2"/>
    <dgm:cxn modelId="{981E315B-4511-9044-ABED-17033489CB9D}" srcId="{0E1D5CAC-1372-5942-A54A-5061A97FAD89}" destId="{4C445ADB-B455-524D-A956-D712725B0004}" srcOrd="0" destOrd="0" parTransId="{1BA8642F-5A7C-6C42-8CAE-3C292FF1F975}" sibTransId="{A38BCC5B-7B78-B645-B57F-8CD03883655E}"/>
    <dgm:cxn modelId="{1198505C-771F-F348-BD4E-D070C63A6DB3}" type="presOf" srcId="{4C445ADB-B455-524D-A956-D712725B0004}" destId="{22BA94F1-F5DF-D042-9AB6-BB2CC707A8C5}" srcOrd="0" destOrd="0" presId="urn:microsoft.com/office/officeart/2005/8/layout/chevron2"/>
    <dgm:cxn modelId="{6AF27766-20CA-6A46-8D4C-2FD723B6A2A7}" type="presOf" srcId="{A68C3150-1204-3441-8547-131FEE2774EA}" destId="{44ACE646-F919-CD40-B6B2-8D6E225A485D}" srcOrd="0" destOrd="0" presId="urn:microsoft.com/office/officeart/2005/8/layout/chevron2"/>
    <dgm:cxn modelId="{E66D736A-1B83-6B4B-9EA3-4A11B8A4051F}" type="presOf" srcId="{DDA3B561-EEA6-B540-9256-5E8EFEED3E7F}" destId="{F3A91F6F-4089-2348-B5EE-2F352D94A4DF}" srcOrd="0" destOrd="0" presId="urn:microsoft.com/office/officeart/2005/8/layout/chevron2"/>
    <dgm:cxn modelId="{6D28E46B-3908-4745-BFB3-677E4550732C}" srcId="{18972452-5802-4C42-8877-5B75ABF8B356}" destId="{928E059E-B28F-E142-8092-81A0365DF35E}" srcOrd="6" destOrd="0" parTransId="{511E3128-3062-3940-B02B-59174AA771A7}" sibTransId="{7E6E4AFA-D221-4F4F-BD33-3DE4D97AC697}"/>
    <dgm:cxn modelId="{F56BFD6C-9B2D-B749-A233-EB5CA08109D3}" srcId="{C2A528FF-34B1-B34E-9F57-75FA64DDDED3}" destId="{90FED300-5091-AB42-85BF-01B30ED377ED}" srcOrd="0" destOrd="0" parTransId="{07F1FCB0-AA79-FA41-8FBB-2A1828861E85}" sibTransId="{74693E63-3F4F-6A4C-88FF-6B2E249FE0EE}"/>
    <dgm:cxn modelId="{D9C56A7D-B5DD-C140-8EC2-30A157C554D6}" srcId="{30598C09-FD25-934D-9B3C-E330665BB690}" destId="{96868564-EAED-7C42-B5A4-E58CF0DA7740}" srcOrd="0" destOrd="0" parTransId="{F283BB48-851C-1142-A80A-CC1EC76C1180}" sibTransId="{14BBA92D-BB1A-A44D-8F0C-90FB328C378C}"/>
    <dgm:cxn modelId="{3790A47D-5026-6A44-B1A7-A82C12EBF183}" type="presOf" srcId="{30598C09-FD25-934D-9B3C-E330665BB690}" destId="{B10191F8-67FF-5D4B-B7F8-8F517A09D44C}" srcOrd="0" destOrd="0" presId="urn:microsoft.com/office/officeart/2005/8/layout/chevron2"/>
    <dgm:cxn modelId="{FCE53E86-1760-F54A-A5C8-D3817F540D6B}" type="presOf" srcId="{90FED300-5091-AB42-85BF-01B30ED377ED}" destId="{57DE9849-9186-A54F-8778-E7B243FEDB35}" srcOrd="0" destOrd="0" presId="urn:microsoft.com/office/officeart/2005/8/layout/chevron2"/>
    <dgm:cxn modelId="{6D9C0090-69A4-4143-B764-A84542E0F470}" type="presOf" srcId="{7A141550-073D-0844-A90B-28080BF954BC}" destId="{0B3AFD3E-C79A-A642-89A3-4364CAB7523B}" srcOrd="0" destOrd="0" presId="urn:microsoft.com/office/officeart/2005/8/layout/chevron2"/>
    <dgm:cxn modelId="{834D4DB1-FCC3-2140-A339-0F77CD13DD82}" srcId="{928E059E-B28F-E142-8092-81A0365DF35E}" destId="{192B2E3A-FD59-B949-B9E4-48FBF388785E}" srcOrd="0" destOrd="0" parTransId="{8526B87A-B28A-D34E-BBE2-512FF1948502}" sibTransId="{EFA304B0-2072-0D4B-B4CA-8A33833C780A}"/>
    <dgm:cxn modelId="{33657AB4-AD8D-7649-9233-AB0EED6D9852}" type="presOf" srcId="{928E059E-B28F-E142-8092-81A0365DF35E}" destId="{5A3656FA-0D00-F34E-B9C5-C27620B71122}" srcOrd="0" destOrd="0" presId="urn:microsoft.com/office/officeart/2005/8/layout/chevron2"/>
    <dgm:cxn modelId="{DFD07EB4-FB03-9240-BE0E-EE7FDFD77069}" type="presOf" srcId="{18972452-5802-4C42-8877-5B75ABF8B356}" destId="{0FEC278F-D86E-3746-9DDF-0656E26662DE}" srcOrd="0" destOrd="0" presId="urn:microsoft.com/office/officeart/2005/8/layout/chevron2"/>
    <dgm:cxn modelId="{A52068B7-61F3-514D-8534-4AA1F4C8FAAF}" type="presOf" srcId="{0E1D5CAC-1372-5942-A54A-5061A97FAD89}" destId="{CBD2E16F-B02D-1E41-AC39-8C739312E5E6}" srcOrd="0" destOrd="0" presId="urn:microsoft.com/office/officeart/2005/8/layout/chevron2"/>
    <dgm:cxn modelId="{538C09B8-92C2-A845-A386-B2247B4F71C8}" srcId="{9AAFCCF0-25AE-8145-965B-6050926D56FB}" destId="{DDA3B561-EEA6-B540-9256-5E8EFEED3E7F}" srcOrd="0" destOrd="0" parTransId="{1A192ADA-F866-E142-9611-EC0F0E44B368}" sibTransId="{70EEE931-F010-E24C-BFCF-D4D56E598D25}"/>
    <dgm:cxn modelId="{70925AB9-048F-5C4E-A5F8-715524146EA5}" srcId="{629F6ED8-EFB1-A347-AB9F-715191BAEEDF}" destId="{80A24812-B438-8544-8F9A-E1F04D7CDC22}" srcOrd="0" destOrd="0" parTransId="{E4FF95C4-0881-A442-8CD3-E229046E8254}" sibTransId="{439AB108-52EB-8E45-ADF3-8A37997A83C1}"/>
    <dgm:cxn modelId="{29E579BA-A04C-054C-A5E1-30A14B00C685}" srcId="{18972452-5802-4C42-8877-5B75ABF8B356}" destId="{30598C09-FD25-934D-9B3C-E330665BB690}" srcOrd="4" destOrd="0" parTransId="{B699FD47-605A-2F42-8439-FAF6249A9829}" sibTransId="{C55F74E7-07B2-C246-8E50-8D20A7A3E7B3}"/>
    <dgm:cxn modelId="{E4B85BE0-C6A3-F44D-9FE9-C7055A1B3BA7}" type="presOf" srcId="{192B2E3A-FD59-B949-B9E4-48FBF388785E}" destId="{089C80B1-F7A5-7D41-ABB7-8B7EAD169FB8}" srcOrd="0" destOrd="0" presId="urn:microsoft.com/office/officeart/2005/8/layout/chevron2"/>
    <dgm:cxn modelId="{A71983E8-6174-294D-8136-E89B2D055123}" srcId="{A68C3150-1204-3441-8547-131FEE2774EA}" destId="{7A141550-073D-0844-A90B-28080BF954BC}" srcOrd="0" destOrd="0" parTransId="{91F66A6A-B74F-EC49-9522-4A1AB893374D}" sibTransId="{5784A88F-1FD2-0E42-BD3C-CB902F2A6E30}"/>
    <dgm:cxn modelId="{CC7ACCEA-79DC-0C4F-BEEB-C75D3AD93EC1}" type="presOf" srcId="{C2A528FF-34B1-B34E-9F57-75FA64DDDED3}" destId="{A48932F1-C770-C14D-BF79-F89DA4560285}" srcOrd="0" destOrd="0" presId="urn:microsoft.com/office/officeart/2005/8/layout/chevron2"/>
    <dgm:cxn modelId="{EAC1C2EB-6883-1148-9897-3E3B5AA71A6F}" srcId="{18972452-5802-4C42-8877-5B75ABF8B356}" destId="{0E1D5CAC-1372-5942-A54A-5061A97FAD89}" srcOrd="2" destOrd="0" parTransId="{67FE705B-9853-8F4E-B2F5-D0B79961F69F}" sibTransId="{2B9A799A-DFA9-D444-B279-69AFA62DCCDF}"/>
    <dgm:cxn modelId="{3D4FBCF1-089B-F94C-BE59-6DE3CD134D17}" srcId="{18972452-5802-4C42-8877-5B75ABF8B356}" destId="{9AAFCCF0-25AE-8145-965B-6050926D56FB}" srcOrd="1" destOrd="0" parTransId="{DB38C986-1EB3-D644-9D67-6861B7FAFD07}" sibTransId="{A554C4F6-D084-5248-AB54-30E509391263}"/>
    <dgm:cxn modelId="{D2390DFC-0120-C148-9D6D-EC97F5C0F561}" srcId="{18972452-5802-4C42-8877-5B75ABF8B356}" destId="{629F6ED8-EFB1-A347-AB9F-715191BAEEDF}" srcOrd="5" destOrd="0" parTransId="{E95160D9-7F9C-E24D-832C-0BC51437C086}" sibTransId="{DCB40252-FD08-9940-8605-106978853B06}"/>
    <dgm:cxn modelId="{52537A61-E1D2-C049-A8E9-83E2ACB523BF}" type="presParOf" srcId="{0FEC278F-D86E-3746-9DDF-0656E26662DE}" destId="{52AF06FB-CAE9-0F40-A1F8-34AEAA33D7FD}" srcOrd="0" destOrd="0" presId="urn:microsoft.com/office/officeart/2005/8/layout/chevron2"/>
    <dgm:cxn modelId="{07E9CF43-FB10-B543-8D5A-60187C5F2AEB}" type="presParOf" srcId="{52AF06FB-CAE9-0F40-A1F8-34AEAA33D7FD}" destId="{44ACE646-F919-CD40-B6B2-8D6E225A485D}" srcOrd="0" destOrd="0" presId="urn:microsoft.com/office/officeart/2005/8/layout/chevron2"/>
    <dgm:cxn modelId="{CE8BCFF8-762D-A94B-8DE0-72C6579F7287}" type="presParOf" srcId="{52AF06FB-CAE9-0F40-A1F8-34AEAA33D7FD}" destId="{0B3AFD3E-C79A-A642-89A3-4364CAB7523B}" srcOrd="1" destOrd="0" presId="urn:microsoft.com/office/officeart/2005/8/layout/chevron2"/>
    <dgm:cxn modelId="{A03AB52F-844E-D643-B344-77FA0A06B9D3}" type="presParOf" srcId="{0FEC278F-D86E-3746-9DDF-0656E26662DE}" destId="{3041FAAD-82E2-5F48-B333-2034266C86CF}" srcOrd="1" destOrd="0" presId="urn:microsoft.com/office/officeart/2005/8/layout/chevron2"/>
    <dgm:cxn modelId="{24F9144D-0A86-224E-BF61-F2A70B624A7F}" type="presParOf" srcId="{0FEC278F-D86E-3746-9DDF-0656E26662DE}" destId="{83417B18-4653-1749-AA7D-663AC31396F2}" srcOrd="2" destOrd="0" presId="urn:microsoft.com/office/officeart/2005/8/layout/chevron2"/>
    <dgm:cxn modelId="{310BC80C-74E6-4346-9BF3-43D158DCD061}" type="presParOf" srcId="{83417B18-4653-1749-AA7D-663AC31396F2}" destId="{2500CB67-67BA-C640-8635-44BE078DC559}" srcOrd="0" destOrd="0" presId="urn:microsoft.com/office/officeart/2005/8/layout/chevron2"/>
    <dgm:cxn modelId="{134F5F9B-276C-674E-99A0-D58C8283C63C}" type="presParOf" srcId="{83417B18-4653-1749-AA7D-663AC31396F2}" destId="{F3A91F6F-4089-2348-B5EE-2F352D94A4DF}" srcOrd="1" destOrd="0" presId="urn:microsoft.com/office/officeart/2005/8/layout/chevron2"/>
    <dgm:cxn modelId="{8D2C3C65-5BE9-6246-A6FC-B7B983F4B3D8}" type="presParOf" srcId="{0FEC278F-D86E-3746-9DDF-0656E26662DE}" destId="{F537BAB3-C54A-EB4A-8772-CB5CBF0179D7}" srcOrd="3" destOrd="0" presId="urn:microsoft.com/office/officeart/2005/8/layout/chevron2"/>
    <dgm:cxn modelId="{1510EF0A-0E32-3B41-8602-E5EE5B84C004}" type="presParOf" srcId="{0FEC278F-D86E-3746-9DDF-0656E26662DE}" destId="{B0D4AF98-DD07-5947-82FC-2B8830D884FC}" srcOrd="4" destOrd="0" presId="urn:microsoft.com/office/officeart/2005/8/layout/chevron2"/>
    <dgm:cxn modelId="{54768ED1-316A-D149-8F4E-A7704CDA94A9}" type="presParOf" srcId="{B0D4AF98-DD07-5947-82FC-2B8830D884FC}" destId="{CBD2E16F-B02D-1E41-AC39-8C739312E5E6}" srcOrd="0" destOrd="0" presId="urn:microsoft.com/office/officeart/2005/8/layout/chevron2"/>
    <dgm:cxn modelId="{86C34098-A794-D142-8BDD-49D4349E6D28}" type="presParOf" srcId="{B0D4AF98-DD07-5947-82FC-2B8830D884FC}" destId="{22BA94F1-F5DF-D042-9AB6-BB2CC707A8C5}" srcOrd="1" destOrd="0" presId="urn:microsoft.com/office/officeart/2005/8/layout/chevron2"/>
    <dgm:cxn modelId="{41607012-ED33-A749-B9C3-7FB01C25F62E}" type="presParOf" srcId="{0FEC278F-D86E-3746-9DDF-0656E26662DE}" destId="{F6540F5E-418F-E24E-A6F9-8C82077D1AD1}" srcOrd="5" destOrd="0" presId="urn:microsoft.com/office/officeart/2005/8/layout/chevron2"/>
    <dgm:cxn modelId="{290B207A-AF8B-2D4F-83C9-FF0ABD8C2593}" type="presParOf" srcId="{0FEC278F-D86E-3746-9DDF-0656E26662DE}" destId="{B3D45412-1859-7946-A603-3FA303D03CA4}" srcOrd="6" destOrd="0" presId="urn:microsoft.com/office/officeart/2005/8/layout/chevron2"/>
    <dgm:cxn modelId="{26A786C9-9EE3-364F-9B5B-155C6A5A9981}" type="presParOf" srcId="{B3D45412-1859-7946-A603-3FA303D03CA4}" destId="{A48932F1-C770-C14D-BF79-F89DA4560285}" srcOrd="0" destOrd="0" presId="urn:microsoft.com/office/officeart/2005/8/layout/chevron2"/>
    <dgm:cxn modelId="{7E0AC8A0-F814-FA47-8D66-87A3204E45EA}" type="presParOf" srcId="{B3D45412-1859-7946-A603-3FA303D03CA4}" destId="{57DE9849-9186-A54F-8778-E7B243FEDB35}" srcOrd="1" destOrd="0" presId="urn:microsoft.com/office/officeart/2005/8/layout/chevron2"/>
    <dgm:cxn modelId="{762C8BF7-D711-DB44-874D-702CC3A5ECB9}" type="presParOf" srcId="{0FEC278F-D86E-3746-9DDF-0656E26662DE}" destId="{58734F61-D364-5847-A1CB-099C7744F7B1}" srcOrd="7" destOrd="0" presId="urn:microsoft.com/office/officeart/2005/8/layout/chevron2"/>
    <dgm:cxn modelId="{C8286A29-308E-4D48-B7B2-40FC94D2EB0D}" type="presParOf" srcId="{0FEC278F-D86E-3746-9DDF-0656E26662DE}" destId="{402BEA5F-21E0-7F44-95D5-CE4F790F25DD}" srcOrd="8" destOrd="0" presId="urn:microsoft.com/office/officeart/2005/8/layout/chevron2"/>
    <dgm:cxn modelId="{FEA918A6-6C5C-494B-A982-31F0054813FD}" type="presParOf" srcId="{402BEA5F-21E0-7F44-95D5-CE4F790F25DD}" destId="{B10191F8-67FF-5D4B-B7F8-8F517A09D44C}" srcOrd="0" destOrd="0" presId="urn:microsoft.com/office/officeart/2005/8/layout/chevron2"/>
    <dgm:cxn modelId="{65B0098F-2C08-2C41-877F-3710EDDDE51C}" type="presParOf" srcId="{402BEA5F-21E0-7F44-95D5-CE4F790F25DD}" destId="{5AF30E3C-D0D0-3A4F-9302-694A6D2388BE}" srcOrd="1" destOrd="0" presId="urn:microsoft.com/office/officeart/2005/8/layout/chevron2"/>
    <dgm:cxn modelId="{43771A97-45A2-A644-B594-2CE82881407A}" type="presParOf" srcId="{0FEC278F-D86E-3746-9DDF-0656E26662DE}" destId="{B2C7FF59-422A-9E47-B802-C304BFE1893D}" srcOrd="9" destOrd="0" presId="urn:microsoft.com/office/officeart/2005/8/layout/chevron2"/>
    <dgm:cxn modelId="{A62A2A05-2255-D14A-8F3C-2F11CD704FA0}" type="presParOf" srcId="{0FEC278F-D86E-3746-9DDF-0656E26662DE}" destId="{3524A4EA-B6B7-2540-BAD3-12AF52DDA94E}" srcOrd="10" destOrd="0" presId="urn:microsoft.com/office/officeart/2005/8/layout/chevron2"/>
    <dgm:cxn modelId="{901D43E1-C4BE-B942-8497-0EB4EAF2AD00}" type="presParOf" srcId="{3524A4EA-B6B7-2540-BAD3-12AF52DDA94E}" destId="{E48C59CE-9DD8-5E4F-9DDB-AA76A7713AFB}" srcOrd="0" destOrd="0" presId="urn:microsoft.com/office/officeart/2005/8/layout/chevron2"/>
    <dgm:cxn modelId="{DED30C50-6157-444B-8BDB-53EFB5FDA1FE}" type="presParOf" srcId="{3524A4EA-B6B7-2540-BAD3-12AF52DDA94E}" destId="{8AC56F3D-F962-494D-B924-F6E86F34857D}" srcOrd="1" destOrd="0" presId="urn:microsoft.com/office/officeart/2005/8/layout/chevron2"/>
    <dgm:cxn modelId="{F4E88BB8-4652-9B40-AEDE-5676D4930537}" type="presParOf" srcId="{0FEC278F-D86E-3746-9DDF-0656E26662DE}" destId="{91CCB463-5D50-C846-9E3E-0AA5C006A60D}" srcOrd="11" destOrd="0" presId="urn:microsoft.com/office/officeart/2005/8/layout/chevron2"/>
    <dgm:cxn modelId="{CFC18837-22D3-9041-A1DB-EE57DE38C95C}" type="presParOf" srcId="{0FEC278F-D86E-3746-9DDF-0656E26662DE}" destId="{0C1521BF-D257-0E4B-9278-843FE708740C}" srcOrd="12" destOrd="0" presId="urn:microsoft.com/office/officeart/2005/8/layout/chevron2"/>
    <dgm:cxn modelId="{33CEAA41-A9DF-6D43-A196-F93C487F20AC}" type="presParOf" srcId="{0C1521BF-D257-0E4B-9278-843FE708740C}" destId="{5A3656FA-0D00-F34E-B9C5-C27620B71122}" srcOrd="0" destOrd="0" presId="urn:microsoft.com/office/officeart/2005/8/layout/chevron2"/>
    <dgm:cxn modelId="{D7F5E0A2-C611-2D47-A68D-A110B53BA9DB}" type="presParOf" srcId="{0C1521BF-D257-0E4B-9278-843FE708740C}" destId="{089C80B1-F7A5-7D41-ABB7-8B7EAD169FB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CE646-F919-CD40-B6B2-8D6E225A485D}">
      <dsp:nvSpPr>
        <dsp:cNvPr id="0" name=""/>
        <dsp:cNvSpPr/>
      </dsp:nvSpPr>
      <dsp:spPr>
        <a:xfrm rot="5400000">
          <a:off x="-131332" y="134293"/>
          <a:ext cx="875550" cy="6128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Idea</a:t>
          </a:r>
          <a:endParaRPr lang="zh-CN" altLang="en-US" sz="1200" kern="1200" dirty="0"/>
        </a:p>
      </dsp:txBody>
      <dsp:txXfrm rot="-5400000">
        <a:off x="1" y="309404"/>
        <a:ext cx="612885" cy="262665"/>
      </dsp:txXfrm>
    </dsp:sp>
    <dsp:sp modelId="{0B3AFD3E-C79A-A642-89A3-4364CAB7523B}">
      <dsp:nvSpPr>
        <dsp:cNvPr id="0" name=""/>
        <dsp:cNvSpPr/>
      </dsp:nvSpPr>
      <dsp:spPr>
        <a:xfrm rot="5400000">
          <a:off x="4268260" y="-3652415"/>
          <a:ext cx="569107" cy="78798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200" kern="1200" dirty="0"/>
            <a:t>What</a:t>
          </a:r>
          <a:r>
            <a:rPr lang="zh-CN" altLang="en-US" sz="2200" kern="1200" dirty="0"/>
            <a:t> </a:t>
          </a:r>
          <a:r>
            <a:rPr lang="en-US" altLang="zh-CN" sz="2200" kern="1200" dirty="0"/>
            <a:t>question you would like to solve with this package?</a:t>
          </a:r>
          <a:endParaRPr lang="zh-CN" altLang="en-US" sz="2200" kern="1200" dirty="0"/>
        </a:p>
      </dsp:txBody>
      <dsp:txXfrm rot="-5400000">
        <a:off x="612885" y="30742"/>
        <a:ext cx="7852076" cy="513543"/>
      </dsp:txXfrm>
    </dsp:sp>
    <dsp:sp modelId="{2500CB67-67BA-C640-8635-44BE078DC559}">
      <dsp:nvSpPr>
        <dsp:cNvPr id="0" name=""/>
        <dsp:cNvSpPr/>
      </dsp:nvSpPr>
      <dsp:spPr>
        <a:xfrm rot="5400000">
          <a:off x="-131332" y="926616"/>
          <a:ext cx="875550" cy="6128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Name</a:t>
          </a:r>
          <a:endParaRPr lang="zh-CN" altLang="en-US" sz="1200" kern="1200" dirty="0"/>
        </a:p>
      </dsp:txBody>
      <dsp:txXfrm rot="-5400000">
        <a:off x="1" y="1101727"/>
        <a:ext cx="612885" cy="262665"/>
      </dsp:txXfrm>
    </dsp:sp>
    <dsp:sp modelId="{F3A91F6F-4089-2348-B5EE-2F352D94A4DF}">
      <dsp:nvSpPr>
        <dsp:cNvPr id="0" name=""/>
        <dsp:cNvSpPr/>
      </dsp:nvSpPr>
      <dsp:spPr>
        <a:xfrm rot="5400000">
          <a:off x="4268260" y="-2860091"/>
          <a:ext cx="569107" cy="78798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200" kern="1200" dirty="0"/>
            <a:t>Checking</a:t>
          </a:r>
          <a:r>
            <a:rPr lang="zh-CN" altLang="en-US" sz="2200" kern="1200" dirty="0"/>
            <a:t> </a:t>
          </a:r>
          <a:r>
            <a:rPr lang="en-US" altLang="zh-CN" sz="2200" kern="1200" dirty="0"/>
            <a:t>whether</a:t>
          </a:r>
          <a:r>
            <a:rPr lang="zh-CN" altLang="en-US" sz="2200" kern="1200" dirty="0"/>
            <a:t> </a:t>
          </a:r>
          <a:r>
            <a:rPr lang="en-US" altLang="zh-CN" sz="2200" kern="1200" dirty="0"/>
            <a:t>the</a:t>
          </a:r>
          <a:r>
            <a:rPr lang="zh-CN" altLang="en-US" sz="2200" kern="1200" dirty="0"/>
            <a:t> </a:t>
          </a:r>
          <a:r>
            <a:rPr lang="en-US" altLang="zh-CN" sz="2200" kern="1200" dirty="0"/>
            <a:t>name</a:t>
          </a:r>
          <a:r>
            <a:rPr lang="zh-CN" altLang="en-US" sz="2200" kern="1200" dirty="0"/>
            <a:t> </a:t>
          </a:r>
          <a:r>
            <a:rPr lang="en-US" altLang="zh-CN" sz="2200" kern="1200" dirty="0"/>
            <a:t>of</a:t>
          </a:r>
          <a:r>
            <a:rPr lang="zh-CN" altLang="en-US" sz="2200" kern="1200" dirty="0"/>
            <a:t> </a:t>
          </a:r>
          <a:r>
            <a:rPr lang="en-US" altLang="zh-CN" sz="2200" kern="1200" dirty="0"/>
            <a:t>package</a:t>
          </a:r>
          <a:r>
            <a:rPr lang="zh-CN" altLang="en-US" sz="2200" kern="1200" dirty="0"/>
            <a:t> </a:t>
          </a:r>
          <a:r>
            <a:rPr lang="en-US" altLang="zh-CN" sz="2200" kern="1200" dirty="0"/>
            <a:t>is</a:t>
          </a:r>
          <a:r>
            <a:rPr lang="zh-CN" altLang="en-US" sz="2200" kern="1200" dirty="0"/>
            <a:t> </a:t>
          </a:r>
          <a:r>
            <a:rPr lang="en-US" altLang="zh-CN" sz="2200" kern="1200" dirty="0"/>
            <a:t>available</a:t>
          </a:r>
          <a:endParaRPr lang="zh-CN" altLang="en-US" sz="2200" kern="1200" dirty="0"/>
        </a:p>
      </dsp:txBody>
      <dsp:txXfrm rot="-5400000">
        <a:off x="612885" y="823066"/>
        <a:ext cx="7852076" cy="513543"/>
      </dsp:txXfrm>
    </dsp:sp>
    <dsp:sp modelId="{CBD2E16F-B02D-1E41-AC39-8C739312E5E6}">
      <dsp:nvSpPr>
        <dsp:cNvPr id="0" name=""/>
        <dsp:cNvSpPr/>
      </dsp:nvSpPr>
      <dsp:spPr>
        <a:xfrm rot="5400000">
          <a:off x="-131332" y="1718940"/>
          <a:ext cx="875550" cy="6128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Set</a:t>
          </a:r>
          <a:r>
            <a:rPr lang="zh-CN" altLang="en-US" sz="1200" kern="1200" dirty="0"/>
            <a:t> </a:t>
          </a:r>
          <a:r>
            <a:rPr lang="en-US" altLang="zh-CN" sz="1200" kern="1200" dirty="0"/>
            <a:t>up</a:t>
          </a:r>
          <a:endParaRPr lang="zh-CN" altLang="en-US" sz="1200" kern="1200" dirty="0"/>
        </a:p>
      </dsp:txBody>
      <dsp:txXfrm rot="-5400000">
        <a:off x="1" y="1894051"/>
        <a:ext cx="612885" cy="262665"/>
      </dsp:txXfrm>
    </dsp:sp>
    <dsp:sp modelId="{22BA94F1-F5DF-D042-9AB6-BB2CC707A8C5}">
      <dsp:nvSpPr>
        <dsp:cNvPr id="0" name=""/>
        <dsp:cNvSpPr/>
      </dsp:nvSpPr>
      <dsp:spPr>
        <a:xfrm rot="5400000">
          <a:off x="4268260" y="-2067767"/>
          <a:ext cx="569107" cy="78798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200" kern="1200" dirty="0"/>
            <a:t>Set</a:t>
          </a:r>
          <a:r>
            <a:rPr lang="zh-CN" altLang="en-US" sz="2200" kern="1200" dirty="0"/>
            <a:t> </a:t>
          </a:r>
          <a:r>
            <a:rPr lang="en-US" altLang="zh-CN" sz="2200" kern="1200" dirty="0"/>
            <a:t>up</a:t>
          </a:r>
          <a:r>
            <a:rPr lang="zh-CN" altLang="en-US" sz="2200" kern="1200" dirty="0"/>
            <a:t> </a:t>
          </a:r>
          <a:r>
            <a:rPr lang="en-US" altLang="zh-CN" sz="2200" kern="1200" dirty="0"/>
            <a:t>your</a:t>
          </a:r>
          <a:r>
            <a:rPr lang="zh-CN" altLang="en-US" sz="2200" kern="1200" dirty="0"/>
            <a:t> </a:t>
          </a:r>
          <a:r>
            <a:rPr lang="en-US" altLang="zh-CN" sz="2200" kern="1200" dirty="0"/>
            <a:t>package</a:t>
          </a:r>
          <a:r>
            <a:rPr lang="zh-CN" altLang="en-US" sz="2200" kern="1200" dirty="0"/>
            <a:t> </a:t>
          </a:r>
          <a:r>
            <a:rPr lang="en-US" altLang="zh-CN" sz="2200" kern="1200" dirty="0"/>
            <a:t>with</a:t>
          </a:r>
          <a:r>
            <a:rPr lang="zh-CN" altLang="en-US" sz="2200" kern="1200" dirty="0"/>
            <a:t> </a:t>
          </a:r>
          <a:r>
            <a:rPr lang="en-US" altLang="zh-CN" sz="2200" kern="1200" dirty="0"/>
            <a:t>RStudio</a:t>
          </a:r>
          <a:r>
            <a:rPr lang="zh-CN" altLang="en-US" sz="2200" kern="1200" dirty="0"/>
            <a:t> </a:t>
          </a:r>
          <a:r>
            <a:rPr lang="en-US" altLang="zh-CN" sz="2200" kern="1200" dirty="0"/>
            <a:t>and</a:t>
          </a:r>
          <a:r>
            <a:rPr lang="zh-CN" altLang="en-US" sz="2200" kern="1200" dirty="0"/>
            <a:t> </a:t>
          </a:r>
          <a:r>
            <a:rPr lang="en-US" altLang="zh-CN" sz="2200" kern="1200" dirty="0"/>
            <a:t>GitHub</a:t>
          </a:r>
          <a:endParaRPr lang="zh-CN" altLang="en-US" sz="2200" kern="1200" dirty="0"/>
        </a:p>
      </dsp:txBody>
      <dsp:txXfrm rot="-5400000">
        <a:off x="612885" y="1615390"/>
        <a:ext cx="7852076" cy="513543"/>
      </dsp:txXfrm>
    </dsp:sp>
    <dsp:sp modelId="{A48932F1-C770-C14D-BF79-F89DA4560285}">
      <dsp:nvSpPr>
        <dsp:cNvPr id="0" name=""/>
        <dsp:cNvSpPr/>
      </dsp:nvSpPr>
      <dsp:spPr>
        <a:xfrm rot="5400000">
          <a:off x="-131332" y="2511264"/>
          <a:ext cx="875550" cy="6128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Function</a:t>
          </a:r>
          <a:endParaRPr lang="zh-CN" altLang="en-US" sz="1200" kern="1200" dirty="0"/>
        </a:p>
      </dsp:txBody>
      <dsp:txXfrm rot="-5400000">
        <a:off x="1" y="2686375"/>
        <a:ext cx="612885" cy="262665"/>
      </dsp:txXfrm>
    </dsp:sp>
    <dsp:sp modelId="{57DE9849-9186-A54F-8778-E7B243FEDB35}">
      <dsp:nvSpPr>
        <dsp:cNvPr id="0" name=""/>
        <dsp:cNvSpPr/>
      </dsp:nvSpPr>
      <dsp:spPr>
        <a:xfrm rot="5400000">
          <a:off x="4268260" y="-1275443"/>
          <a:ext cx="569107" cy="78798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200" kern="1200" dirty="0"/>
            <a:t>Write</a:t>
          </a:r>
          <a:r>
            <a:rPr lang="zh-CN" altLang="en-US" sz="2200" kern="1200" dirty="0"/>
            <a:t> </a:t>
          </a:r>
          <a:r>
            <a:rPr lang="en-US" altLang="zh-CN" sz="2200" kern="1200" dirty="0"/>
            <a:t>your</a:t>
          </a:r>
          <a:r>
            <a:rPr lang="zh-CN" altLang="en-US" sz="2200" kern="1200" dirty="0"/>
            <a:t> </a:t>
          </a:r>
          <a:r>
            <a:rPr lang="en-US" altLang="zh-CN" sz="2200" kern="1200" dirty="0"/>
            <a:t>functions</a:t>
          </a:r>
          <a:endParaRPr lang="zh-CN" altLang="en-US" sz="2200" kern="1200" dirty="0"/>
        </a:p>
      </dsp:txBody>
      <dsp:txXfrm rot="-5400000">
        <a:off x="612885" y="2407714"/>
        <a:ext cx="7852076" cy="513543"/>
      </dsp:txXfrm>
    </dsp:sp>
    <dsp:sp modelId="{B10191F8-67FF-5D4B-B7F8-8F517A09D44C}">
      <dsp:nvSpPr>
        <dsp:cNvPr id="0" name=""/>
        <dsp:cNvSpPr/>
      </dsp:nvSpPr>
      <dsp:spPr>
        <a:xfrm rot="5400000">
          <a:off x="-131332" y="3303588"/>
          <a:ext cx="875550" cy="6128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/>
            <a:t>Write</a:t>
          </a:r>
          <a:r>
            <a:rPr lang="zh-CN" altLang="en-US" sz="900" kern="1200" dirty="0"/>
            <a:t> </a:t>
          </a:r>
          <a:r>
            <a:rPr lang="en-US" altLang="zh-CN" sz="900" kern="1200" dirty="0"/>
            <a:t>the</a:t>
          </a:r>
          <a:r>
            <a:rPr lang="zh-CN" altLang="en-US" sz="900" kern="1200" dirty="0"/>
            <a:t> </a:t>
          </a:r>
          <a:r>
            <a:rPr lang="en-US" altLang="zh-CN" sz="900" kern="1200" dirty="0"/>
            <a:t>documents</a:t>
          </a:r>
          <a:endParaRPr lang="zh-CN" altLang="en-US" sz="900" kern="1200" dirty="0"/>
        </a:p>
      </dsp:txBody>
      <dsp:txXfrm rot="-5400000">
        <a:off x="1" y="3478699"/>
        <a:ext cx="612885" cy="262665"/>
      </dsp:txXfrm>
    </dsp:sp>
    <dsp:sp modelId="{5AF30E3C-D0D0-3A4F-9302-694A6D2388BE}">
      <dsp:nvSpPr>
        <dsp:cNvPr id="0" name=""/>
        <dsp:cNvSpPr/>
      </dsp:nvSpPr>
      <dsp:spPr>
        <a:xfrm rot="5400000">
          <a:off x="4268111" y="-482970"/>
          <a:ext cx="569406" cy="78798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200" kern="1200" dirty="0"/>
            <a:t>Write</a:t>
          </a:r>
          <a:r>
            <a:rPr lang="zh-CN" altLang="en-US" sz="2200" kern="1200" dirty="0"/>
            <a:t> </a:t>
          </a:r>
          <a:r>
            <a:rPr lang="en-US" altLang="zh-CN" sz="2200" kern="1200" dirty="0"/>
            <a:t>the</a:t>
          </a:r>
          <a:r>
            <a:rPr lang="zh-CN" altLang="en-US" sz="2200" kern="1200" dirty="0"/>
            <a:t> </a:t>
          </a:r>
          <a:r>
            <a:rPr lang="en-US" altLang="zh-CN" sz="2200" kern="1200" dirty="0"/>
            <a:t>DESCRIPTION,</a:t>
          </a:r>
          <a:r>
            <a:rPr lang="zh-CN" altLang="en-US" sz="2200" kern="1200" dirty="0"/>
            <a:t> </a:t>
          </a:r>
          <a:r>
            <a:rPr lang="en-US" altLang="zh-CN" sz="2200" kern="1200" dirty="0"/>
            <a:t>NAMESPACE</a:t>
          </a:r>
          <a:r>
            <a:rPr lang="zh-CN" altLang="en-US" sz="2200" kern="1200" dirty="0"/>
            <a:t> </a:t>
          </a:r>
          <a:r>
            <a:rPr lang="en-US" altLang="zh-CN" sz="2200" kern="1200" dirty="0"/>
            <a:t>and</a:t>
          </a:r>
          <a:r>
            <a:rPr lang="zh-CN" altLang="en-US" sz="2200" kern="1200" dirty="0"/>
            <a:t> </a:t>
          </a:r>
          <a:r>
            <a:rPr lang="en-US" altLang="zh-CN" sz="2200" kern="1200" dirty="0"/>
            <a:t>other</a:t>
          </a:r>
          <a:r>
            <a:rPr lang="zh-CN" altLang="en-US" sz="2200" kern="1200" dirty="0"/>
            <a:t> </a:t>
          </a:r>
          <a:r>
            <a:rPr lang="en-US" altLang="zh-CN" sz="2200" kern="1200" dirty="0"/>
            <a:t>documents</a:t>
          </a:r>
          <a:endParaRPr lang="zh-CN" altLang="en-US" sz="2200" kern="1200" dirty="0"/>
        </a:p>
      </dsp:txBody>
      <dsp:txXfrm rot="-5400000">
        <a:off x="612885" y="3200052"/>
        <a:ext cx="7852062" cy="513814"/>
      </dsp:txXfrm>
    </dsp:sp>
    <dsp:sp modelId="{E48C59CE-9DD8-5E4F-9DDB-AA76A7713AFB}">
      <dsp:nvSpPr>
        <dsp:cNvPr id="0" name=""/>
        <dsp:cNvSpPr/>
      </dsp:nvSpPr>
      <dsp:spPr>
        <a:xfrm rot="5400000">
          <a:off x="-131332" y="4095912"/>
          <a:ext cx="875550" cy="6128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/>
            <a:t>Checking</a:t>
          </a:r>
          <a:endParaRPr lang="zh-CN" altLang="en-US" sz="1100" kern="1200" dirty="0"/>
        </a:p>
      </dsp:txBody>
      <dsp:txXfrm rot="-5400000">
        <a:off x="1" y="4271023"/>
        <a:ext cx="612885" cy="262665"/>
      </dsp:txXfrm>
    </dsp:sp>
    <dsp:sp modelId="{8AC56F3D-F962-494D-B924-F6E86F34857D}">
      <dsp:nvSpPr>
        <dsp:cNvPr id="0" name=""/>
        <dsp:cNvSpPr/>
      </dsp:nvSpPr>
      <dsp:spPr>
        <a:xfrm rot="5400000">
          <a:off x="4268260" y="309203"/>
          <a:ext cx="569107" cy="78798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b="0" i="0" kern="1200" dirty="0"/>
            <a:t>R CMD check</a:t>
          </a:r>
          <a:r>
            <a:rPr lang="zh-CN" altLang="en-US" sz="2200" b="0" i="0" kern="1200" dirty="0"/>
            <a:t> </a:t>
          </a:r>
          <a:r>
            <a:rPr lang="en-US" altLang="zh-CN" sz="2200" b="0" i="0" kern="1200" dirty="0"/>
            <a:t>and</a:t>
          </a:r>
          <a:r>
            <a:rPr lang="zh-CN" altLang="en-US" sz="2200" b="0" i="0" kern="1200" dirty="0"/>
            <a:t> </a:t>
          </a:r>
          <a:r>
            <a:rPr lang="en-GB" sz="2200" b="0" i="0" kern="1200" dirty="0" err="1"/>
            <a:t>BiocCheck</a:t>
          </a:r>
          <a:endParaRPr lang="zh-CN" altLang="en-US" sz="2200" kern="1200" dirty="0"/>
        </a:p>
      </dsp:txBody>
      <dsp:txXfrm rot="-5400000">
        <a:off x="612885" y="3992360"/>
        <a:ext cx="7852076" cy="513543"/>
      </dsp:txXfrm>
    </dsp:sp>
    <dsp:sp modelId="{5A3656FA-0D00-F34E-B9C5-C27620B71122}">
      <dsp:nvSpPr>
        <dsp:cNvPr id="0" name=""/>
        <dsp:cNvSpPr/>
      </dsp:nvSpPr>
      <dsp:spPr>
        <a:xfrm rot="5400000">
          <a:off x="-131332" y="4888235"/>
          <a:ext cx="875550" cy="6128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/>
            <a:t>Submission</a:t>
          </a:r>
          <a:endParaRPr lang="zh-CN" altLang="en-US" sz="900" kern="1200" dirty="0"/>
        </a:p>
      </dsp:txBody>
      <dsp:txXfrm rot="-5400000">
        <a:off x="1" y="5063346"/>
        <a:ext cx="612885" cy="262665"/>
      </dsp:txXfrm>
    </dsp:sp>
    <dsp:sp modelId="{089C80B1-F7A5-7D41-ABB7-8B7EAD169FB8}">
      <dsp:nvSpPr>
        <dsp:cNvPr id="0" name=""/>
        <dsp:cNvSpPr/>
      </dsp:nvSpPr>
      <dsp:spPr>
        <a:xfrm rot="5400000">
          <a:off x="4268260" y="1101527"/>
          <a:ext cx="569107" cy="78798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200" kern="1200" dirty="0"/>
            <a:t>Submission</a:t>
          </a:r>
          <a:endParaRPr lang="zh-CN" altLang="en-US" sz="2200" kern="1200" dirty="0"/>
        </a:p>
      </dsp:txBody>
      <dsp:txXfrm rot="-5400000">
        <a:off x="612885" y="4784684"/>
        <a:ext cx="7852076" cy="5135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FFEFD-B184-455E-082D-E65BC91E1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360949-F120-6B22-F61D-9B6C80D9E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D0BD8F-DCDC-D453-8743-018540A7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0A2A0F-82D2-9030-7304-76B73EC12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8B288-3EBB-CF99-CADA-A9E0086B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7409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0FD8F-8F34-D6F7-FF33-1EECA82D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A380C3-8084-7C57-B4BE-553B8BF50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2D9AC3-6EE3-5ECC-E0AE-882A0DAE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6006A6-36DE-F450-D8EE-B050AD116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33D160-2E4C-1DE2-78AF-505116F0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2973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628EA-CE07-7382-5F4D-56E1100CB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18787B-999D-A2C4-BFFB-31D2F63D9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8ED451-8626-BE55-78A8-C9D35E2FD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47F57B-8181-8B19-AB9C-520D2820D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8427D-6375-2386-441E-75D350071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976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D2417-BC1D-AFC3-8060-FA931C94F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0B15A9-4CC1-9329-EC0A-91AAB9421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3C0046-36C0-B57D-CCA6-33CD67B33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781EF5-D098-A354-BE26-A0F216388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F64E8C-EFCB-1D1D-0F0D-3CDABA5A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08E7D1-6924-8129-B226-EF81D4541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181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7D72F-9854-FB4F-E8B9-AF822896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726AE6-4068-2FEA-8829-6A5617BAB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BE5C24-7AF4-8C53-AE72-D2A70B4E5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E8B6D5-14EF-B72D-9776-2FF1F4A94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670BE3-A111-464D-89A0-E52E72774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309CAF-CD98-E6C9-6D0F-010EEB901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EBDA97-874D-1FD1-BD37-ECB409912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FA8A3C-B031-9CDC-EF42-58E8971F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701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6DA7B-C7C3-694E-0A61-FC7346BE3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E9440B-8B45-B984-4A9F-8B5F4A73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0C3381-1CC1-D627-DA53-D7B70DED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C6AFEA-9443-3B0C-B844-2B9284DA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458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AA7FF8-30FF-33CB-51D9-98C66586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532968-4FB0-3BF7-F5E0-BE4816BB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D149FB-0A7E-CA43-464D-DFA75643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889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2A92B-EF26-4C1C-08D9-16A99976B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2762DE-0F0F-8DB2-CBAA-2CAA0801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57C459-2A5B-784D-9EE7-CBFCE1C8E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727F51-769C-F2DF-86A9-8749D223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76C0A6-E3CA-DDDB-CE62-CE2182A3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DA0587-49D5-196F-A10B-55360513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964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26445-9B74-D6B1-94BC-D00FCE5D2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2C20AD-2490-ECE4-EDE6-54B678C8B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56990F-593E-6DC2-8B36-D63C6AEDA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919578-2FB3-D341-6264-EA1F4E63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CD33BF-73A0-72E9-56BD-370F9491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BEFB90-7D66-B20D-C025-E3DA620E6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303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AB3C3-DC92-53AD-8F6A-BFCC5834B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9A08A7-66FB-98F0-A9FD-F4247EE0F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C26FB9-5F02-85F3-06D6-B4472B7A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5DC6C1-90CC-48F6-E86F-6396229D7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187BCA-5FA5-EB35-3437-527E70B1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8601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3C9F33-2BA5-D1AE-CF79-ACD926677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654CD9-5395-B628-F108-280C4AA73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760EA9-BF90-3086-E885-F2153109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7EC0E2-BF32-60CF-82EC-DAD2F864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BA0B01-FC67-5FA7-18D5-17C049AFF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0268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BBFE65-5AA3-F947-20A7-08FA5103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617882-06E5-D52A-B96B-FBF8A658E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8A7259-C50D-BFE4-1620-F21E8A01E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9DAE1-B4B5-B747-843A-BC1A75959F90}" type="datetimeFigureOut">
              <a:rPr kumimoji="1" lang="zh-CN" altLang="en-US" smtClean="0"/>
              <a:t>2026/2/26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5D3541-B2B7-2EB0-7E07-99F7B3E98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CBFB1E-568E-7663-C1C8-E5656ED5D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AF2E8-AEB2-C74C-A484-B57EB3C5F3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979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8BE76-309E-BD9E-C33B-E9AD0247C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5472"/>
            <a:ext cx="9144000" cy="2387600"/>
          </a:xfrm>
        </p:spPr>
        <p:txBody>
          <a:bodyPr/>
          <a:lstStyle/>
          <a:p>
            <a:r>
              <a:rPr kumimoji="1" lang="en-US" altLang="zh-CN" b="1" dirty="0"/>
              <a:t>Workshop: </a:t>
            </a:r>
            <a:br>
              <a:rPr kumimoji="1" lang="en-US" altLang="zh-CN" b="1" dirty="0"/>
            </a:br>
            <a:r>
              <a:rPr kumimoji="1" lang="en-US" altLang="zh-CN" b="1" dirty="0"/>
              <a:t>How to Make an R Package?</a:t>
            </a:r>
            <a:endParaRPr kumimoji="1"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F00226-69EE-ED3B-35AC-8A2E5EE9B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6181"/>
            <a:ext cx="9144000" cy="1655762"/>
          </a:xfrm>
        </p:spPr>
        <p:txBody>
          <a:bodyPr/>
          <a:lstStyle/>
          <a:p>
            <a:r>
              <a:rPr kumimoji="1" lang="en-US" altLang="zh-CN" dirty="0"/>
              <a:t>By You Zhou</a:t>
            </a:r>
          </a:p>
          <a:p>
            <a:r>
              <a:rPr kumimoji="1" lang="en-US" altLang="zh-CN" dirty="0"/>
              <a:t>26.02.2026</a:t>
            </a:r>
            <a:endParaRPr kumimoji="1"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A0EF55A-247E-4F4A-D3AD-343BA414C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654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1500E-40FE-781D-7445-1985A0A8F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FAD7B-C23F-7874-978C-BCEC5DB22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What is R package?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692CA-45D6-BF8C-4499-E1331CDFA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455"/>
            <a:ext cx="10515600" cy="4791508"/>
          </a:xfrm>
        </p:spPr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Definition: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R packages are collections of functions and/or data sets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altLang="zh-CN" dirty="0">
                <a:latin typeface="Calibri" panose="020F0502020204030204" pitchFamily="34" charset="0"/>
                <a:cs typeface="Calibri" panose="020F0502020204030204" pitchFamily="34" charset="0"/>
              </a:rPr>
              <a:t>developed by the community.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0DDE65-62E9-B22F-13AE-006883426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C93EB47-6534-DA37-B8DF-ED18887EB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105" y="2397208"/>
            <a:ext cx="5307790" cy="420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2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E8245-AF82-3209-A37C-C2F089EA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D6BF2-2D23-F150-BA12-945624302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Where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can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we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submit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an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R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package?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3A5E1A0-1675-5E6A-7A04-30366478B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BACBS-2018 Bioconductor Hands-on Training Day">
            <a:extLst>
              <a:ext uri="{FF2B5EF4-FFF2-40B4-BE49-F238E27FC236}">
                <a16:creationId xmlns:a16="http://schemas.microsoft.com/office/drawing/2014/main" id="{26E07419-A24B-B51F-FFED-200BCA3BB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2" y="4695912"/>
            <a:ext cx="1484353" cy="1742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4FF6BD2-26AC-38F2-3A8C-6DB72130A16B}"/>
              </a:ext>
            </a:extLst>
          </p:cNvPr>
          <p:cNvSpPr txBox="1"/>
          <p:nvPr/>
        </p:nvSpPr>
        <p:spPr>
          <a:xfrm>
            <a:off x="3540525" y="5336237"/>
            <a:ext cx="5313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Bioconductor</a:t>
            </a:r>
            <a:endParaRPr kumimoji="1" lang="zh-CN" altLang="en-US" sz="2400" b="1" dirty="0"/>
          </a:p>
        </p:txBody>
      </p:sp>
      <p:pic>
        <p:nvPicPr>
          <p:cNvPr id="9" name="Picture 8" descr="部落格- 黃庭日誌">
            <a:extLst>
              <a:ext uri="{FF2B5EF4-FFF2-40B4-BE49-F238E27FC236}">
                <a16:creationId xmlns:a16="http://schemas.microsoft.com/office/drawing/2014/main" id="{34777456-699C-B3D0-8BEA-D2A16AB35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2" y="3106526"/>
            <a:ext cx="1484353" cy="126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69C7C84-0C71-CD71-926E-29ABDDB93F9E}"/>
              </a:ext>
            </a:extLst>
          </p:cNvPr>
          <p:cNvSpPr txBox="1"/>
          <p:nvPr/>
        </p:nvSpPr>
        <p:spPr>
          <a:xfrm>
            <a:off x="3540525" y="3649297"/>
            <a:ext cx="5313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GitHub</a:t>
            </a:r>
            <a:endParaRPr kumimoji="1" lang="zh-CN" altLang="en-US" sz="2400" b="1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398A348-3D50-1B31-D22A-C8DE0596FCF3}"/>
              </a:ext>
            </a:extLst>
          </p:cNvPr>
          <p:cNvSpPr/>
          <p:nvPr/>
        </p:nvSpPr>
        <p:spPr>
          <a:xfrm>
            <a:off x="947654" y="1290929"/>
            <a:ext cx="9556955" cy="1514167"/>
          </a:xfrm>
          <a:prstGeom prst="round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655E07A-9C99-FE8F-50DE-E891328C6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260" y="1491715"/>
            <a:ext cx="1484353" cy="112189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82A7E31-5F42-15F2-F28B-83F7E1FF2870}"/>
              </a:ext>
            </a:extLst>
          </p:cNvPr>
          <p:cNvSpPr txBox="1"/>
          <p:nvPr/>
        </p:nvSpPr>
        <p:spPr>
          <a:xfrm>
            <a:off x="3540525" y="1902421"/>
            <a:ext cx="7082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2400" b="1" dirty="0"/>
              <a:t>The Comprehensive R Archive Network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(CRAN)</a:t>
            </a:r>
            <a:endParaRPr kumimoji="1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739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70A31-EFC3-68CC-25EA-F8C807462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B4331-BBF2-1366-FE09-56033C0B1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CRAN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44469-FCB1-D095-FCEF-B6113A080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455"/>
            <a:ext cx="10515600" cy="4791508"/>
          </a:xfrm>
        </p:spPr>
        <p:txBody>
          <a:bodyPr/>
          <a:lstStyle/>
          <a:p>
            <a:r>
              <a:rPr lang="en-GB" altLang="zh-CN" dirty="0"/>
              <a:t>CRAN, the central software repository for R, is supported by the R Foundation and hosted 23,231 packages as of Feb. 2026.</a:t>
            </a:r>
            <a:endParaRPr kumimoji="1"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8AFD662-4405-3D98-5A27-94A472FDE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98710C0-A558-B61D-1823-03193E8D5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639" y="2375993"/>
            <a:ext cx="3231508" cy="4276523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36C28FFB-A0D0-5E6C-FA73-F89D80D16BCF}"/>
              </a:ext>
            </a:extLst>
          </p:cNvPr>
          <p:cNvSpPr/>
          <p:nvPr/>
        </p:nvSpPr>
        <p:spPr>
          <a:xfrm>
            <a:off x="1972639" y="2517169"/>
            <a:ext cx="534257" cy="2363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4581CF2-AA1D-AFFB-B8BD-78B7EFD0A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888" y="3030875"/>
            <a:ext cx="3699473" cy="268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5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A1A3A-2A98-EE69-ABFE-7BC24E84B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C303BEE-5B9B-76FB-AD3E-8DAFAAC57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ABACBS-2018 Bioconductor Hands-on Training Day">
            <a:extLst>
              <a:ext uri="{FF2B5EF4-FFF2-40B4-BE49-F238E27FC236}">
                <a16:creationId xmlns:a16="http://schemas.microsoft.com/office/drawing/2014/main" id="{B92711F0-657D-A23D-FB4C-FF389DF08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2" y="4695912"/>
            <a:ext cx="1484353" cy="1742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2DED2E7-6E21-A39D-D567-85A1324831EA}"/>
              </a:ext>
            </a:extLst>
          </p:cNvPr>
          <p:cNvSpPr txBox="1"/>
          <p:nvPr/>
        </p:nvSpPr>
        <p:spPr>
          <a:xfrm>
            <a:off x="3540525" y="5336237"/>
            <a:ext cx="5313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Bioconductor</a:t>
            </a:r>
            <a:endParaRPr kumimoji="1" lang="zh-CN" altLang="en-US" sz="2400" b="1" dirty="0"/>
          </a:p>
        </p:txBody>
      </p:sp>
      <p:pic>
        <p:nvPicPr>
          <p:cNvPr id="18" name="Picture 8" descr="部落格- 黃庭日誌">
            <a:extLst>
              <a:ext uri="{FF2B5EF4-FFF2-40B4-BE49-F238E27FC236}">
                <a16:creationId xmlns:a16="http://schemas.microsoft.com/office/drawing/2014/main" id="{B28504C4-59C3-33D5-D3C3-9229CB0A8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2" y="3106526"/>
            <a:ext cx="1484353" cy="126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404B4DD5-78C4-6A30-F676-B1432AEE3A11}"/>
              </a:ext>
            </a:extLst>
          </p:cNvPr>
          <p:cNvSpPr txBox="1"/>
          <p:nvPr/>
        </p:nvSpPr>
        <p:spPr>
          <a:xfrm>
            <a:off x="3540525" y="3649297"/>
            <a:ext cx="5313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GitHub</a:t>
            </a:r>
            <a:endParaRPr kumimoji="1" lang="zh-CN" altLang="en-US" sz="2400" b="1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91988DA-0574-085B-40A9-8D52C31CC484}"/>
              </a:ext>
            </a:extLst>
          </p:cNvPr>
          <p:cNvSpPr/>
          <p:nvPr/>
        </p:nvSpPr>
        <p:spPr>
          <a:xfrm>
            <a:off x="875735" y="3022007"/>
            <a:ext cx="9556955" cy="1514167"/>
          </a:xfrm>
          <a:prstGeom prst="round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8D51FC3-5F14-3315-1CDA-F42690CAF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260" y="1491715"/>
            <a:ext cx="1484353" cy="112189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C080DC6-C3A7-D8BC-383D-B3264A7EFDA3}"/>
              </a:ext>
            </a:extLst>
          </p:cNvPr>
          <p:cNvSpPr txBox="1"/>
          <p:nvPr/>
        </p:nvSpPr>
        <p:spPr>
          <a:xfrm>
            <a:off x="3540525" y="1902421"/>
            <a:ext cx="7082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2400" b="1" dirty="0"/>
              <a:t>The Comprehensive R Archive Network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(CRAN)</a:t>
            </a:r>
            <a:endParaRPr kumimoji="1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1435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3BAF-A892-6FB5-A515-FDBA97C48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71AAB-5843-984F-F24C-C1F334BCC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lang="en-GB" altLang="zh-CN" b="1" dirty="0"/>
              <a:t>GitHub</a:t>
            </a:r>
            <a:endParaRPr kumimoji="1" lang="zh-CN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1FAB90-6E2B-6636-A7FE-CD220BC3D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6D4353-9800-2819-02B3-F2C72357D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981" y="2700612"/>
            <a:ext cx="5554038" cy="3828353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74BE683-17D2-0B2F-C747-09007FB0D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973"/>
            <a:ext cx="10515600" cy="4791508"/>
          </a:xfrm>
        </p:spPr>
        <p:txBody>
          <a:bodyPr/>
          <a:lstStyle/>
          <a:p>
            <a:r>
              <a:rPr lang="en-GB" altLang="zh-CN" dirty="0"/>
              <a:t>GitHub is an online platform for hosting, versioning, and collaboratively developing code using Git.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2047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6AAA1-7E45-10A6-5B4D-2006BA4E5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4F7E977-7D12-85FC-26B5-A21D10673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ABACBS-2018 Bioconductor Hands-on Training Day">
            <a:extLst>
              <a:ext uri="{FF2B5EF4-FFF2-40B4-BE49-F238E27FC236}">
                <a16:creationId xmlns:a16="http://schemas.microsoft.com/office/drawing/2014/main" id="{FECD696C-7437-838A-25D4-5EDF9DDE5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2" y="4695912"/>
            <a:ext cx="1484353" cy="1742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0B826F8-AEA5-D670-5FD2-BD7A1D5AA735}"/>
              </a:ext>
            </a:extLst>
          </p:cNvPr>
          <p:cNvSpPr txBox="1"/>
          <p:nvPr/>
        </p:nvSpPr>
        <p:spPr>
          <a:xfrm>
            <a:off x="3540525" y="5336237"/>
            <a:ext cx="5313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Bioconductor</a:t>
            </a:r>
            <a:endParaRPr kumimoji="1" lang="zh-CN" altLang="en-US" sz="2400" b="1" dirty="0"/>
          </a:p>
        </p:txBody>
      </p:sp>
      <p:pic>
        <p:nvPicPr>
          <p:cNvPr id="18" name="Picture 8" descr="部落格- 黃庭日誌">
            <a:extLst>
              <a:ext uri="{FF2B5EF4-FFF2-40B4-BE49-F238E27FC236}">
                <a16:creationId xmlns:a16="http://schemas.microsoft.com/office/drawing/2014/main" id="{2D8A8ED9-232F-8BFD-A114-FF80AD64F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2" y="3106526"/>
            <a:ext cx="1484353" cy="126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39C26B0-7C55-6C5D-E674-8DF98485C1B8}"/>
              </a:ext>
            </a:extLst>
          </p:cNvPr>
          <p:cNvSpPr txBox="1"/>
          <p:nvPr/>
        </p:nvSpPr>
        <p:spPr>
          <a:xfrm>
            <a:off x="3540525" y="3649297"/>
            <a:ext cx="5313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GitHub</a:t>
            </a:r>
            <a:endParaRPr kumimoji="1" lang="zh-CN" altLang="en-US" sz="2400" b="1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CDA7E0FA-E9D0-EBCB-5BE0-0DF6AC65039C}"/>
              </a:ext>
            </a:extLst>
          </p:cNvPr>
          <p:cNvSpPr/>
          <p:nvPr/>
        </p:nvSpPr>
        <p:spPr>
          <a:xfrm>
            <a:off x="855187" y="4639089"/>
            <a:ext cx="9556955" cy="1905549"/>
          </a:xfrm>
          <a:prstGeom prst="round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2ADA939-6250-58EA-128F-D51048A5D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260" y="1491715"/>
            <a:ext cx="1484353" cy="112189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B8E0DA8-1482-95BC-7C45-E8D92D2F9203}"/>
              </a:ext>
            </a:extLst>
          </p:cNvPr>
          <p:cNvSpPr txBox="1"/>
          <p:nvPr/>
        </p:nvSpPr>
        <p:spPr>
          <a:xfrm>
            <a:off x="3540525" y="1902421"/>
            <a:ext cx="7082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2400" b="1" dirty="0"/>
              <a:t>The Comprehensive R Archive Network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(CRAN)</a:t>
            </a:r>
            <a:endParaRPr kumimoji="1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781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ED8AA-3EE8-8ACB-3760-8BD6BE74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6E5F6-89F8-523C-91A1-2F8699AD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Bioconductor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A0750-141B-BF56-B457-B4EE32988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455"/>
            <a:ext cx="10515600" cy="4791508"/>
          </a:xfrm>
        </p:spPr>
        <p:txBody>
          <a:bodyPr/>
          <a:lstStyle/>
          <a:p>
            <a:r>
              <a:rPr lang="en-GB" altLang="zh-CN" b="1" i="1" dirty="0"/>
              <a:t>Bioconductor</a:t>
            </a:r>
            <a:r>
              <a:rPr lang="en-GB" altLang="zh-CN" dirty="0"/>
              <a:t> provides tools for the analysis and comprehension of high-throughput genomic data. </a:t>
            </a:r>
            <a:r>
              <a:rPr lang="en-GB" altLang="zh-CN" i="1" dirty="0"/>
              <a:t>Bioconductor</a:t>
            </a:r>
            <a:r>
              <a:rPr lang="en-GB" altLang="zh-CN" dirty="0"/>
              <a:t> uses the R statistical programming language and is open source and open development. It has two releases each year, and an active user community.</a:t>
            </a:r>
            <a:endParaRPr kumimoji="1"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DE3ABFC-80C4-6F72-8A65-AD8EC9C4D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BACBS-2018 Bioconductor Hands-on Training Day">
            <a:extLst>
              <a:ext uri="{FF2B5EF4-FFF2-40B4-BE49-F238E27FC236}">
                <a16:creationId xmlns:a16="http://schemas.microsoft.com/office/drawing/2014/main" id="{8BFA67BF-7F02-A412-5EE0-C369F2F41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6" y="3523796"/>
            <a:ext cx="2184401" cy="2564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206997-C09A-E133-A724-956D5CDFD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529" y="3974467"/>
            <a:ext cx="9439471" cy="180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6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86B5D-5354-4FCE-216C-E92D5272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96911-4535-6B8D-7E44-39FE805C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/>
              <a:t>How to choose where to submit your package?</a:t>
            </a:r>
            <a:endParaRPr kumimoji="1" lang="zh-CN" altLang="en-US" sz="36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2463A2-BB0F-3F1F-D5EF-2A5736408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455"/>
            <a:ext cx="10515600" cy="4791508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Choose CRAN if your package is mostly:</a:t>
            </a:r>
          </a:p>
          <a:p>
            <a:pPr>
              <a:buFont typeface="Wingdings" pitchFamily="2" charset="2"/>
              <a:buChar char="Ø"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general statistics / utilities / plotting / machine learning helpers</a:t>
            </a:r>
          </a:p>
          <a:p>
            <a:pPr>
              <a:buFont typeface="Wingdings" pitchFamily="2" charset="2"/>
              <a:buChar char="Ø"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not dependent on Bioconductor core data structures</a:t>
            </a:r>
          </a:p>
          <a:p>
            <a:pPr>
              <a:buFont typeface="Wingdings" pitchFamily="2" charset="2"/>
              <a:buChar char="Ø"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intended for broad R users beyond bioinformatics</a:t>
            </a:r>
          </a:p>
          <a:p>
            <a:pPr marL="0" indent="0">
              <a:buNone/>
            </a:pP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Choose Bioconductor if your package is mostly:</a:t>
            </a:r>
          </a:p>
          <a:p>
            <a:pPr>
              <a:buFont typeface="Wingdings" pitchFamily="2" charset="2"/>
              <a:buChar char="Ø"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genomics / transcriptomics / proteomics / epigenomics / single-cell / spatial omics</a:t>
            </a:r>
          </a:p>
          <a:p>
            <a:pPr>
              <a:buFont typeface="Wingdings" pitchFamily="2" charset="2"/>
              <a:buChar char="Ø"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using Bioconductor classes (GRanges, </a:t>
            </a:r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IRanges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SummarizedExperiment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, etc.)</a:t>
            </a:r>
          </a:p>
          <a:p>
            <a:pPr>
              <a:buFont typeface="Wingdings" pitchFamily="2" charset="2"/>
              <a:buChar char="Ø"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intended for biological data analysis pipelines</a:t>
            </a:r>
            <a:endParaRPr kumimoji="1"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5CE9682-5060-3212-E918-D949317FF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374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D6C4-972B-A9AA-9952-5A0A6C96A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A3A01-9A48-C70E-8476-277DE5EC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Package dependencies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802A56-D1DF-B562-63D4-FD1E1473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455"/>
            <a:ext cx="10515600" cy="4791508"/>
          </a:xfrm>
        </p:spPr>
        <p:txBody>
          <a:bodyPr/>
          <a:lstStyle/>
          <a:p>
            <a:r>
              <a:rPr kumimoji="1" lang="en-GB" altLang="zh-CN" dirty="0"/>
              <a:t>Bioconductor packages can depend on CRAN and Bioconductor packages.</a:t>
            </a:r>
          </a:p>
          <a:p>
            <a:endParaRPr kumimoji="1" lang="en-GB" altLang="zh-CN" dirty="0"/>
          </a:p>
          <a:p>
            <a:r>
              <a:rPr kumimoji="1" lang="en-GB" altLang="zh-CN" dirty="0"/>
              <a:t>CRAN packages should generally avoid depending on Bioconductor packages (can complicate CRAN checks and installation for users).</a:t>
            </a:r>
          </a:p>
          <a:p>
            <a:pPr marL="0" indent="0">
              <a:buNone/>
            </a:pPr>
            <a:endParaRPr kumimoji="1" lang="en-GB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8B4620C-AEAA-CFAE-990C-0E1893BB6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634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E53E-C95A-B477-F5C9-F39C63C8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69733-9405-75CA-DCFF-ABB43659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7" y="2867818"/>
            <a:ext cx="9629765" cy="1122363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zh-CN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How to develop a package </a:t>
            </a:r>
            <a:br>
              <a:rPr lang="en-GB" altLang="zh-CN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GB" altLang="zh-CN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for </a:t>
            </a:r>
            <a:r>
              <a:rPr lang="en-US" altLang="zh-CN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Bioconductor</a:t>
            </a:r>
            <a:r>
              <a:rPr lang="en-GB" altLang="zh-CN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F4283AA-68B7-5B9D-1A3A-D3DF670F7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259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29FD7-E43C-DDB1-3E61-D77CA5FD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225C6-CF75-7AD2-5768-1C7335E6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>
            <a:normAutofit/>
          </a:bodyPr>
          <a:lstStyle/>
          <a:p>
            <a:r>
              <a:rPr kumimoji="1" lang="en-US" altLang="zh-CN" sz="3200" b="1" dirty="0"/>
              <a:t>The first thing for developing a Bioconductor package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A7E8EC4-D9EB-250A-572A-715098FAB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0ED2734A-1544-8E13-DCB3-234B43464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25" y="1245071"/>
            <a:ext cx="5810350" cy="479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049E4C9-47E5-A486-0725-E0DA198217D4}"/>
              </a:ext>
            </a:extLst>
          </p:cNvPr>
          <p:cNvSpPr/>
          <p:nvPr/>
        </p:nvSpPr>
        <p:spPr>
          <a:xfrm>
            <a:off x="4746111" y="6579665"/>
            <a:ext cx="26997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2">
                    <a:lumMod val="90000"/>
                  </a:schemeClr>
                </a:solidFill>
              </a:rPr>
              <a:t>https://jerichovt.org/share-your-ideas</a:t>
            </a:r>
          </a:p>
        </p:txBody>
      </p:sp>
    </p:spTree>
    <p:extLst>
      <p:ext uri="{BB962C8B-B14F-4D97-AF65-F5344CB8AC3E}">
        <p14:creationId xmlns:p14="http://schemas.microsoft.com/office/powerpoint/2010/main" val="64254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D231-C331-7D52-6885-0CD97670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1C3EE-01BB-024E-51B7-755E9BC82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Workflow for package development</a:t>
            </a:r>
            <a:endParaRPr kumimoji="1" lang="zh-CN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6F9D57A-F26C-5E0A-5A3C-D73F69B58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A215CA75-F194-DE66-4ABB-20C44BA307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8013130"/>
              </p:ext>
            </p:extLst>
          </p:nvPr>
        </p:nvGraphicFramePr>
        <p:xfrm>
          <a:off x="1849628" y="1122363"/>
          <a:ext cx="8492744" cy="5635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1400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776AD-FF45-A69D-EF87-29D0744C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F9A25-A0E6-4E6E-7E80-E7068340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>
            <a:normAutofit/>
          </a:bodyPr>
          <a:lstStyle/>
          <a:p>
            <a:pPr lvl="0"/>
            <a:r>
              <a:rPr lang="en-US" altLang="zh-CN" sz="3200" b="1" dirty="0"/>
              <a:t>Checking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whether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the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name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of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package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is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available</a:t>
            </a:r>
            <a:endParaRPr lang="zh-CN" altLang="en-US" sz="3200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D0B9392-F4F6-24EA-0F9A-7923E6AFA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FFEA46B-BABC-0996-358D-85D6F8E02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962" y="975174"/>
            <a:ext cx="8026400" cy="1879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EDD4FFE-305E-2BD5-D376-BF283AF9D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962" y="2854774"/>
            <a:ext cx="68834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3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6D064-E005-58F0-006A-A3AC8A8E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DF290-207E-E2DB-9830-13C91BEE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>
            <a:normAutofit/>
          </a:bodyPr>
          <a:lstStyle/>
          <a:p>
            <a:pPr lvl="0"/>
            <a:r>
              <a:rPr lang="en-US" altLang="zh-CN" sz="3600" b="1" dirty="0"/>
              <a:t>Set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up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your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package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with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RStudio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and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GitHub</a:t>
            </a:r>
            <a:endParaRPr lang="zh-CN" altLang="en-US" sz="3600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0C1C6A3-7FA5-2264-54F0-8B13BF8C9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8CBACBE-992E-3DF1-B8C9-E2D6DA56A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892" y="1374928"/>
            <a:ext cx="2159000" cy="482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72579CE-9AE1-FDD8-8366-E49871A82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892" y="2653348"/>
            <a:ext cx="4395216" cy="3109948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8C46CDA1-01CD-AD21-3FA3-5589E9758F5E}"/>
              </a:ext>
            </a:extLst>
          </p:cNvPr>
          <p:cNvSpPr/>
          <p:nvPr/>
        </p:nvSpPr>
        <p:spPr>
          <a:xfrm>
            <a:off x="1959384" y="1317417"/>
            <a:ext cx="466344" cy="625347"/>
          </a:xfrm>
          <a:prstGeom prst="ellipse">
            <a:avLst/>
          </a:prstGeom>
          <a:solidFill>
            <a:schemeClr val="bg1">
              <a:alpha val="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8D1D5D2-74F6-EEEF-AA40-C24029C16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834" y="2653348"/>
            <a:ext cx="4414105" cy="3151052"/>
          </a:xfrm>
          <a:prstGeom prst="rect">
            <a:avLst/>
          </a:prstGeom>
        </p:spPr>
      </p:pic>
      <p:sp>
        <p:nvSpPr>
          <p:cNvPr id="16" name="椭圆 15">
            <a:extLst>
              <a:ext uri="{FF2B5EF4-FFF2-40B4-BE49-F238E27FC236}">
                <a16:creationId xmlns:a16="http://schemas.microsoft.com/office/drawing/2014/main" id="{92ED3629-BA56-2F03-28E0-4299FEE220B2}"/>
              </a:ext>
            </a:extLst>
          </p:cNvPr>
          <p:cNvSpPr/>
          <p:nvPr/>
        </p:nvSpPr>
        <p:spPr>
          <a:xfrm>
            <a:off x="7265675" y="4545526"/>
            <a:ext cx="466344" cy="625347"/>
          </a:xfrm>
          <a:prstGeom prst="ellipse">
            <a:avLst/>
          </a:prstGeom>
          <a:solidFill>
            <a:schemeClr val="bg1">
              <a:alpha val="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59CBEF-52DB-945C-7277-F0C26AD7AD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0110" y="2658047"/>
            <a:ext cx="4344780" cy="3109948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F1342866-32CF-7BA9-C820-98917B857EE3}"/>
              </a:ext>
            </a:extLst>
          </p:cNvPr>
          <p:cNvSpPr/>
          <p:nvPr/>
        </p:nvSpPr>
        <p:spPr>
          <a:xfrm>
            <a:off x="1286284" y="3228637"/>
            <a:ext cx="4395216" cy="979685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E464319-38B8-2938-FCF9-EA6B26983AE2}"/>
              </a:ext>
            </a:extLst>
          </p:cNvPr>
          <p:cNvSpPr/>
          <p:nvPr/>
        </p:nvSpPr>
        <p:spPr>
          <a:xfrm>
            <a:off x="1011417" y="3583003"/>
            <a:ext cx="4858750" cy="3807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8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3" grpId="0" animBg="1"/>
      <p:bldP spid="13" grpId="1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8F8B-7705-2CD1-1EDA-1B2DDF6F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FE5C2-8C48-5805-06F9-E2B95BF1C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>
            <a:normAutofit/>
          </a:bodyPr>
          <a:lstStyle/>
          <a:p>
            <a:r>
              <a:rPr lang="en-GB" altLang="zh-CN" sz="3600" b="1" dirty="0"/>
              <a:t>Using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the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correct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version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R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and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B</a:t>
            </a:r>
            <a:r>
              <a:rPr lang="en-GB" altLang="zh-CN" sz="3600" b="1" dirty="0" err="1"/>
              <a:t>ioc-devel</a:t>
            </a:r>
            <a:endParaRPr lang="en-GB" altLang="zh-CN" sz="3600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FB5E7F9-9E11-F957-C810-00417072E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CCDB6A8-2E38-9F71-926C-3218FA9EB8EF}"/>
              </a:ext>
            </a:extLst>
          </p:cNvPr>
          <p:cNvSpPr txBox="1"/>
          <p:nvPr/>
        </p:nvSpPr>
        <p:spPr>
          <a:xfrm>
            <a:off x="1399309" y="1679091"/>
            <a:ext cx="93933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altLang="zh-CN" sz="2800" b="0" i="1" dirty="0">
                <a:solidFill>
                  <a:srgbClr val="212529"/>
                </a:solidFill>
                <a:effectLst/>
                <a:latin typeface="-apple-system"/>
              </a:rPr>
              <a:t>R</a:t>
            </a:r>
            <a:r>
              <a:rPr lang="en-GB" altLang="zh-CN" sz="2800" b="0" i="0" dirty="0">
                <a:solidFill>
                  <a:srgbClr val="212529"/>
                </a:solidFill>
                <a:effectLst/>
                <a:latin typeface="-apple-system"/>
              </a:rPr>
              <a:t> has a ‘.y’ release in </a:t>
            </a:r>
            <a:r>
              <a:rPr lang="en-GB" altLang="zh-CN" sz="2800" b="0" i="0" dirty="0" err="1">
                <a:solidFill>
                  <a:srgbClr val="212529"/>
                </a:solidFill>
                <a:effectLst/>
                <a:latin typeface="-apple-system"/>
              </a:rPr>
              <a:t>x.y.z</a:t>
            </a:r>
            <a:r>
              <a:rPr lang="en-GB" altLang="zh-CN" sz="2800" b="0" i="0" dirty="0">
                <a:solidFill>
                  <a:srgbClr val="212529"/>
                </a:solidFill>
                <a:effectLst/>
                <a:latin typeface="-apple-system"/>
              </a:rPr>
              <a:t> every year (typically mid-April), but </a:t>
            </a:r>
            <a:r>
              <a:rPr lang="en-GB" altLang="zh-CN" sz="2800" b="0" i="1" dirty="0">
                <a:solidFill>
                  <a:srgbClr val="212529"/>
                </a:solidFill>
                <a:effectLst/>
                <a:latin typeface="-apple-system"/>
              </a:rPr>
              <a:t>Bioconductor</a:t>
            </a:r>
            <a:r>
              <a:rPr lang="en-GB" altLang="zh-CN" sz="2800" b="0" i="0" dirty="0">
                <a:solidFill>
                  <a:srgbClr val="212529"/>
                </a:solidFill>
                <a:effectLst/>
                <a:latin typeface="-apple-system"/>
              </a:rPr>
              <a:t> has a .y release (where current </a:t>
            </a:r>
            <a:r>
              <a:rPr lang="en-GB" altLang="zh-CN" sz="2800" b="0" i="0" dirty="0" err="1">
                <a:solidFill>
                  <a:srgbClr val="212529"/>
                </a:solidFill>
                <a:effectLst/>
                <a:latin typeface="-apple-system"/>
              </a:rPr>
              <a:t>devel</a:t>
            </a:r>
            <a:r>
              <a:rPr lang="en-GB" altLang="zh-CN" sz="2800" b="0" i="0" dirty="0">
                <a:solidFill>
                  <a:srgbClr val="212529"/>
                </a:solidFill>
                <a:effectLst/>
                <a:latin typeface="-apple-system"/>
              </a:rPr>
              <a:t> becomes release) every 6 months (mid-April and mid-October).</a:t>
            </a:r>
          </a:p>
          <a:p>
            <a:pPr algn="l">
              <a:buNone/>
            </a:pPr>
            <a:endParaRPr lang="en-GB" altLang="zh-CN" sz="2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en-GB" altLang="zh-CN" sz="2800" b="0" i="0" dirty="0">
                <a:solidFill>
                  <a:srgbClr val="212529"/>
                </a:solidFill>
                <a:effectLst/>
                <a:latin typeface="-apple-system"/>
              </a:rPr>
              <a:t>This means that, from mid-October through mid-April, </a:t>
            </a:r>
            <a:r>
              <a:rPr lang="en-GB" altLang="zh-CN" sz="2800" b="0" i="1" dirty="0">
                <a:solidFill>
                  <a:srgbClr val="212529"/>
                </a:solidFill>
                <a:effectLst/>
                <a:latin typeface="-apple-system"/>
              </a:rPr>
              <a:t>Bioconductor</a:t>
            </a:r>
            <a:r>
              <a:rPr lang="en-GB" altLang="zh-CN" sz="2800" b="0" i="0" dirty="0">
                <a:solidFill>
                  <a:srgbClr val="212529"/>
                </a:solidFill>
                <a:effectLst/>
                <a:latin typeface="-apple-system"/>
              </a:rPr>
              <a:t> developers should be developing against R-devel. From mid-April to mid-October, developers should use R-release (actually, the R snapshot from the R-x-y-branch) for </a:t>
            </a:r>
            <a:r>
              <a:rPr lang="en-GB" altLang="zh-CN" sz="2800" b="0" i="1" dirty="0">
                <a:solidFill>
                  <a:srgbClr val="212529"/>
                </a:solidFill>
                <a:effectLst/>
                <a:latin typeface="-apple-system"/>
              </a:rPr>
              <a:t>Bioconductor</a:t>
            </a:r>
            <a:r>
              <a:rPr lang="en-GB" altLang="zh-CN" sz="2800" b="0" i="0" dirty="0">
                <a:solidFill>
                  <a:srgbClr val="212529"/>
                </a:solidFill>
                <a:effectLst/>
                <a:latin typeface="-apple-system"/>
              </a:rPr>
              <a:t> development.</a:t>
            </a:r>
          </a:p>
        </p:txBody>
      </p:sp>
    </p:spTree>
    <p:extLst>
      <p:ext uri="{BB962C8B-B14F-4D97-AF65-F5344CB8AC3E}">
        <p14:creationId xmlns:p14="http://schemas.microsoft.com/office/powerpoint/2010/main" val="3035536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74A9-F853-860F-3329-7AED9DBE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E8CAB-9EBC-9D88-E4B6-CF047AAF9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Coding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style</a:t>
            </a:r>
            <a:endParaRPr kumimoji="1" lang="zh-CN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0CCE28C-4D9F-BA96-5456-F2E0A86C0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09344C-E47A-2D76-CFC7-38E3C7BE3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14" y="1366692"/>
            <a:ext cx="6143237" cy="45679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6ACA8DC-FE57-305B-CA19-0718C3D84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751" y="742557"/>
            <a:ext cx="5456571" cy="562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06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33732-FED1-559D-FA61-13980D901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7CBAA-B89B-E154-DC08-F73B1A82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Some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settings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that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make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life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easier</a:t>
            </a:r>
            <a:endParaRPr kumimoji="1" lang="zh-CN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FFDD645-3D45-8EBA-7BEE-1C2FCC19B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7A4DCB-1D4F-D0D8-5C46-D4179E47B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915" y="1344229"/>
            <a:ext cx="4847328" cy="47548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777D889-65FB-7A79-D8F1-81DD26A5E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252" y="2188843"/>
            <a:ext cx="5118519" cy="4307725"/>
          </a:xfrm>
          <a:prstGeom prst="rect">
            <a:avLst/>
          </a:prstGeom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A8F331E-67CA-8255-AF35-3C41F6F0BBBB}"/>
              </a:ext>
            </a:extLst>
          </p:cNvPr>
          <p:cNvSpPr/>
          <p:nvPr/>
        </p:nvSpPr>
        <p:spPr>
          <a:xfrm>
            <a:off x="2270589" y="2311686"/>
            <a:ext cx="2003461" cy="27740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D93D83B-E4C1-B3CC-5068-AF43C2771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252" y="1150410"/>
            <a:ext cx="34036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12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EB09-6E05-E449-8C6A-11E1E2B4A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DFEB7-3F75-4479-85D8-14B59109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S3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and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S4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object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system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A26C92-3021-752F-818F-9386ECBF0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455"/>
            <a:ext cx="10515600" cy="4791508"/>
          </a:xfrm>
        </p:spPr>
        <p:txBody>
          <a:bodyPr>
            <a:normAutofit/>
          </a:bodyPr>
          <a:lstStyle/>
          <a:p>
            <a:pPr marL="285750" indent="-285750"/>
            <a:r>
              <a:rPr lang="en-GB" altLang="zh-CN" b="1" dirty="0"/>
              <a:t>S3</a:t>
            </a:r>
            <a:r>
              <a:rPr lang="en-GB" altLang="zh-CN" dirty="0"/>
              <a:t> implements a style of </a:t>
            </a:r>
            <a:r>
              <a:rPr lang="en-GB" altLang="zh-CN" b="1" dirty="0"/>
              <a:t>Object-</a:t>
            </a:r>
            <a:r>
              <a:rPr lang="en-US" altLang="zh-CN" b="1" dirty="0"/>
              <a:t>o</a:t>
            </a:r>
            <a:r>
              <a:rPr lang="en-GB" altLang="zh-CN" b="1" dirty="0" err="1"/>
              <a:t>riented</a:t>
            </a:r>
            <a:r>
              <a:rPr lang="zh-CN" altLang="en-US" b="1" dirty="0"/>
              <a:t> </a:t>
            </a:r>
            <a:r>
              <a:rPr lang="en-US" altLang="zh-CN" dirty="0"/>
              <a:t>(</a:t>
            </a:r>
            <a:r>
              <a:rPr lang="en-GB" altLang="zh-CN" dirty="0"/>
              <a:t>OO</a:t>
            </a:r>
            <a:r>
              <a:rPr lang="en-US" altLang="zh-CN" dirty="0"/>
              <a:t>)</a:t>
            </a:r>
            <a:r>
              <a:rPr lang="en-GB" altLang="zh-CN" dirty="0"/>
              <a:t> programming called generic-function OO. This is different from most programming languages, like Java, C++, and C</a:t>
            </a:r>
          </a:p>
          <a:p>
            <a:pPr marL="285750" indent="-285750"/>
            <a:endParaRPr lang="en-GB" altLang="zh-CN" dirty="0"/>
          </a:p>
          <a:p>
            <a:pPr marL="285750" indent="-285750"/>
            <a:endParaRPr lang="en-GB" altLang="zh-CN" b="1" dirty="0"/>
          </a:p>
          <a:p>
            <a:pPr marL="0" indent="0">
              <a:buNone/>
            </a:pPr>
            <a:endParaRPr lang="en-GB" altLang="zh-CN" b="1" dirty="0"/>
          </a:p>
          <a:p>
            <a:pPr marL="285750" indent="-285750"/>
            <a:r>
              <a:rPr lang="en-GB" altLang="zh-CN" b="1" dirty="0"/>
              <a:t>S4</a:t>
            </a:r>
            <a:r>
              <a:rPr lang="en-GB" altLang="zh-CN" dirty="0"/>
              <a:t> works similarly to S3 but is more formal. </a:t>
            </a:r>
            <a:endParaRPr kumimoji="1"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D3B93F4-BB80-24EA-9CAA-946CB4113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660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6E849-B8A2-67BC-7E14-428913A09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93AE3-BC89-5FDC-09A1-D8EA7C6E0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S3 objects</a:t>
            </a:r>
            <a:endParaRPr kumimoji="1" lang="zh-CN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527F432-AEA5-E729-C9DC-853B6123A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2505E1A-EDA2-5517-14A9-DE591DD45A66}"/>
              </a:ext>
            </a:extLst>
          </p:cNvPr>
          <p:cNvSpPr/>
          <p:nvPr/>
        </p:nvSpPr>
        <p:spPr>
          <a:xfrm>
            <a:off x="1205213" y="1432128"/>
            <a:ext cx="381606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S3</a:t>
            </a:r>
          </a:p>
          <a:p>
            <a:endParaRPr lang="en-US" altLang="zh-CN" b="1" dirty="0"/>
          </a:p>
          <a:p>
            <a:r>
              <a:rPr lang="en-US" altLang="zh-CN" b="1" dirty="0"/>
              <a:t>Positive: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CRAN,</a:t>
            </a:r>
            <a:r>
              <a:rPr lang="zh-CN" altLang="en-US" dirty="0"/>
              <a:t> </a:t>
            </a:r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powerful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Flexible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interactive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Uses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generic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en-US" altLang="zh-CN" b="1" dirty="0"/>
              <a:t>Negative: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Bad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validating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5D2A497-8B46-83FA-C24B-1CC501C68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470" y="4626062"/>
            <a:ext cx="2832100" cy="889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BAF92D8-8E1E-84D2-3899-B169042FE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470" y="1122363"/>
            <a:ext cx="6422738" cy="296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196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6C0B5-3171-ACE9-491F-11A81C470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FB7724-49C5-170C-4118-46D0101D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S4 objects</a:t>
            </a:r>
            <a:endParaRPr kumimoji="1" lang="zh-CN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145B9A5-3DD9-0509-C4E3-3F04DC038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777210F-030D-1457-B023-B3E0826664EC}"/>
              </a:ext>
            </a:extLst>
          </p:cNvPr>
          <p:cNvSpPr/>
          <p:nvPr/>
        </p:nvSpPr>
        <p:spPr>
          <a:xfrm>
            <a:off x="177797" y="2002590"/>
            <a:ext cx="403460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S4</a:t>
            </a:r>
          </a:p>
          <a:p>
            <a:endParaRPr lang="en-US" altLang="zh-CN" b="1" dirty="0"/>
          </a:p>
          <a:p>
            <a:r>
              <a:rPr lang="en-US" altLang="zh-CN" b="1" dirty="0"/>
              <a:t>Positive: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Formal</a:t>
            </a:r>
            <a:r>
              <a:rPr lang="zh-CN" altLang="en-US" dirty="0"/>
              <a:t> </a:t>
            </a:r>
            <a:r>
              <a:rPr lang="en-US" altLang="zh-CN" dirty="0"/>
              <a:t>definition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Bioconductor</a:t>
            </a:r>
            <a:r>
              <a:rPr lang="zh-CN" altLang="en-US" dirty="0"/>
              <a:t> </a:t>
            </a:r>
            <a:r>
              <a:rPr lang="en-US" altLang="zh-CN" dirty="0"/>
              <a:t>reusability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Easy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en-US" altLang="zh-CN" b="1" dirty="0"/>
              <a:t>Negative: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Complex</a:t>
            </a:r>
            <a:r>
              <a:rPr lang="zh-CN" altLang="en-US" dirty="0"/>
              <a:t> </a:t>
            </a:r>
            <a:r>
              <a:rPr lang="en-US" altLang="zh-CN" dirty="0"/>
              <a:t>structure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5855B0-B9CE-06C3-03BE-0EC1782B5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52" y="4058674"/>
            <a:ext cx="7417393" cy="8062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44D94EA-3D17-1AF5-66F0-DEB698CA8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853" y="5241316"/>
            <a:ext cx="1944950" cy="4505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3F24BC3-8EB9-9992-1DCE-602DCDC18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5852" y="1345470"/>
            <a:ext cx="6515100" cy="23368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58C52DE-DE76-31B5-34F3-055EE5662352}"/>
              </a:ext>
            </a:extLst>
          </p:cNvPr>
          <p:cNvSpPr txBox="1"/>
          <p:nvPr/>
        </p:nvSpPr>
        <p:spPr>
          <a:xfrm>
            <a:off x="4294597" y="6068245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S4 function can restrict the input data types!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41694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61894-286E-2094-75F8-D0CB5ECC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DCFD9-0F63-4E07-13D8-360E149D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Documents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in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the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package</a:t>
            </a:r>
            <a:endParaRPr kumimoji="1" lang="zh-CN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97404C6-F96B-BA69-8257-169530608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1DD28C3-7A3D-967E-6672-9049EB57A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1122363"/>
            <a:ext cx="8801100" cy="5715000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DE6DCB01-37FF-75BD-9B7F-D5767A45F306}"/>
              </a:ext>
            </a:extLst>
          </p:cNvPr>
          <p:cNvSpPr/>
          <p:nvPr/>
        </p:nvSpPr>
        <p:spPr>
          <a:xfrm>
            <a:off x="1695450" y="3177115"/>
            <a:ext cx="8448675" cy="352425"/>
          </a:xfrm>
          <a:prstGeom prst="round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174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8671-7200-24A6-92AC-177DCC9C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E4E8D-7E93-727D-F456-820119BC5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DESCRIPTION</a:t>
            </a:r>
            <a:endParaRPr kumimoji="1" lang="zh-CN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F60373C-49CC-CB42-7F2A-E715C8C14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210ECA4-D3A5-EAD0-0F19-23CD278C9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145" y="997527"/>
            <a:ext cx="6371709" cy="573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1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A1FBB-0393-6BD1-9A4C-06A73CDE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8F40C-EC20-FD39-FD65-745A7FAA1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>
            <a:normAutofit fontScale="90000"/>
          </a:bodyPr>
          <a:lstStyle/>
          <a:p>
            <a:r>
              <a:rPr lang="en-GB" altLang="zh-CN" b="1" dirty="0"/>
              <a:t>Roxygen2 can help to generate files in man folder and NAMESPACE</a:t>
            </a:r>
            <a:endParaRPr kumimoji="1" lang="zh-CN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2B2D03-1CD3-9541-571A-2098F4F35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02FF10E-BC14-4A47-E0E1-555D09979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42" y="1407485"/>
            <a:ext cx="5129180" cy="52399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5761A2F-08FF-7311-3C2A-3980DABB1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276" y="1407485"/>
            <a:ext cx="4188881" cy="54184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10B4417-D898-3C58-919F-221701A2E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961" y="1075695"/>
            <a:ext cx="4924078" cy="557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4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C950B-3B78-2076-7C3E-F1FF52B4C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9FBE2-E2C1-855D-B17C-AC89DDC5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lang="en-GB" altLang="zh-CN" b="1" dirty="0"/>
              <a:t>NAMESPACE</a:t>
            </a:r>
            <a:endParaRPr kumimoji="1" lang="zh-CN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9CDB54F-1586-EC7D-57E0-D44808F18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363770-FDA6-CB0E-10EC-5689B086C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083" y="1000562"/>
            <a:ext cx="6885834" cy="552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84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D2E4-1434-0BB1-6218-968D40021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7F108-3949-1396-C587-2DF83188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Vignettes (</a:t>
            </a:r>
            <a:r>
              <a:rPr kumimoji="1" lang="en-US" altLang="zh-CN" b="1" dirty="0" err="1"/>
              <a:t>Rmd</a:t>
            </a:r>
            <a:r>
              <a:rPr kumimoji="1" lang="en-US" altLang="zh-CN" b="1" dirty="0"/>
              <a:t>)</a:t>
            </a:r>
            <a:endParaRPr kumimoji="1" lang="zh-CN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D65168A-F17F-E12D-DD95-8116877AA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C7960BC-0182-6FBE-152B-57F6554E6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77" y="1565709"/>
            <a:ext cx="4903188" cy="453029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2E304B4-6C80-5A58-F295-140E35047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65709"/>
            <a:ext cx="5824661" cy="45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6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7C9ED-A3C6-9B12-7B7C-051327186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52C1D1-B4E1-63E1-FC2B-A73D88FD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35" y="0"/>
            <a:ext cx="9629765" cy="1122363"/>
          </a:xfrm>
        </p:spPr>
        <p:txBody>
          <a:bodyPr/>
          <a:lstStyle/>
          <a:p>
            <a:r>
              <a:rPr kumimoji="1" lang="en-US" altLang="zh-CN" b="1" dirty="0"/>
              <a:t>Checking</a:t>
            </a:r>
            <a:endParaRPr kumimoji="1" lang="zh-CN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A01B24-F6D7-6F0D-73C7-073C43FFA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787DCDF-5775-D8E7-A175-0669E54B9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117" y="1381224"/>
            <a:ext cx="3251200" cy="355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AD0C434-9056-C502-922F-4C7C886A3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313" y="1381224"/>
            <a:ext cx="6261468" cy="518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5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208FF-0785-8CDA-81CC-08386C68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4FDC0E3-11D8-5E6E-E337-4C290D4AC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562235" cy="11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BCF7E8D-A6B5-7E1D-F2D0-C741D2F7E957}"/>
              </a:ext>
            </a:extLst>
          </p:cNvPr>
          <p:cNvSpPr txBox="1"/>
          <p:nvPr/>
        </p:nvSpPr>
        <p:spPr>
          <a:xfrm>
            <a:off x="3165763" y="2881745"/>
            <a:ext cx="58604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/>
              <a:t>Thank you for your attention : )</a:t>
            </a:r>
            <a:endParaRPr kumimoji="1"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111040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604</Words>
  <Application>Microsoft Macintosh PowerPoint</Application>
  <PresentationFormat>宽屏</PresentationFormat>
  <Paragraphs>96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-apple-system</vt:lpstr>
      <vt:lpstr>等线</vt:lpstr>
      <vt:lpstr>等线 Light</vt:lpstr>
      <vt:lpstr>Arial</vt:lpstr>
      <vt:lpstr>Calibri</vt:lpstr>
      <vt:lpstr>Wingdings</vt:lpstr>
      <vt:lpstr>Office 主题​​</vt:lpstr>
      <vt:lpstr>Workshop:  How to Make an R Package?</vt:lpstr>
      <vt:lpstr>What is R package?</vt:lpstr>
      <vt:lpstr>Where can we submit an R package?</vt:lpstr>
      <vt:lpstr>CRAN</vt:lpstr>
      <vt:lpstr>PowerPoint 演示文稿</vt:lpstr>
      <vt:lpstr>GitHub</vt:lpstr>
      <vt:lpstr>PowerPoint 演示文稿</vt:lpstr>
      <vt:lpstr>Bioconductor</vt:lpstr>
      <vt:lpstr>How to choose where to submit your package?</vt:lpstr>
      <vt:lpstr>Package dependencies</vt:lpstr>
      <vt:lpstr>How to develop a package  for Bioconductor?</vt:lpstr>
      <vt:lpstr>The first thing for developing a Bioconductor package</vt:lpstr>
      <vt:lpstr>Workflow for package development</vt:lpstr>
      <vt:lpstr>Checking whether the name of package is available</vt:lpstr>
      <vt:lpstr>Set up your package with RStudio and GitHub</vt:lpstr>
      <vt:lpstr>Using the correct version of R and Bioc-devel</vt:lpstr>
      <vt:lpstr>Coding style</vt:lpstr>
      <vt:lpstr>Some settings that make life easier</vt:lpstr>
      <vt:lpstr>S3 and S4 object system</vt:lpstr>
      <vt:lpstr>S3 objects</vt:lpstr>
      <vt:lpstr>S4 objects</vt:lpstr>
      <vt:lpstr>Documents in the package</vt:lpstr>
      <vt:lpstr>DESCRIPTION</vt:lpstr>
      <vt:lpstr>Roxygen2 can help to generate files in man folder and NAMESPACE</vt:lpstr>
      <vt:lpstr>NAMESPACE</vt:lpstr>
      <vt:lpstr>Vignettes (Rmd)</vt:lpstr>
      <vt:lpstr>Checking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 Zhou</dc:creator>
  <cp:lastModifiedBy>You Zhou</cp:lastModifiedBy>
  <cp:revision>131</cp:revision>
  <cp:lastPrinted>2026-02-24T11:56:18Z</cp:lastPrinted>
  <dcterms:created xsi:type="dcterms:W3CDTF">2026-02-23T12:14:35Z</dcterms:created>
  <dcterms:modified xsi:type="dcterms:W3CDTF">2026-02-26T08:06:42Z</dcterms:modified>
</cp:coreProperties>
</file>